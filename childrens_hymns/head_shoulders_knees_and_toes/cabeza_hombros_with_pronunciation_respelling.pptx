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01" r:id="rId2"/>
    <p:sldId id="294" r:id="rId3"/>
    <p:sldId id="302" r:id="rId4"/>
    <p:sldId id="303" r:id="rId5"/>
    <p:sldId id="304" r:id="rId6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48" d="100"/>
          <a:sy n="48" d="100"/>
        </p:scale>
        <p:origin x="203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40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65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2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7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7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0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0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53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89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16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293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F6C8E-6854-4FC0-9F8F-189320094856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A6B64-151B-4313-865C-107DEFA944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66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60235B-A7C2-FAB5-E873-B7B2D6325ECA}"/>
              </a:ext>
            </a:extLst>
          </p:cNvPr>
          <p:cNvSpPr txBox="1"/>
          <p:nvPr/>
        </p:nvSpPr>
        <p:spPr>
          <a:xfrm>
            <a:off x="169224" y="3626019"/>
            <a:ext cx="7433952" cy="2827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86" b="1" dirty="0"/>
              <a:t>Cabeza y </a:t>
            </a:r>
            <a:r>
              <a:rPr lang="en-US" sz="8886" b="1" dirty="0" err="1"/>
              <a:t>hombros</a:t>
            </a:r>
            <a:endParaRPr lang="en-US" sz="8886" b="1" dirty="0"/>
          </a:p>
        </p:txBody>
      </p:sp>
    </p:spTree>
    <p:extLst>
      <p:ext uri="{BB962C8B-B14F-4D97-AF65-F5344CB8AC3E}">
        <p14:creationId xmlns:p14="http://schemas.microsoft.com/office/powerpoint/2010/main" val="977330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971B9-BE1F-5362-24CF-E2F3EEFC3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88FEB3-4CC2-8DAA-7627-A5E25286AFD4}"/>
              </a:ext>
            </a:extLst>
          </p:cNvPr>
          <p:cNvSpPr txBox="1"/>
          <p:nvPr/>
        </p:nvSpPr>
        <p:spPr>
          <a:xfrm>
            <a:off x="1550503" y="333503"/>
            <a:ext cx="44129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Cabeza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2F3463-21C6-CC8B-6AA4-4399FEF260AF}"/>
              </a:ext>
            </a:extLst>
          </p:cNvPr>
          <p:cNvSpPr txBox="1"/>
          <p:nvPr/>
        </p:nvSpPr>
        <p:spPr>
          <a:xfrm>
            <a:off x="1679712" y="5415711"/>
            <a:ext cx="44129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err="1"/>
              <a:t>Hombros</a:t>
            </a:r>
            <a:endParaRPr lang="en-US" sz="8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CDD96-5B8E-C4D0-04D0-4609286A6F91}"/>
              </a:ext>
            </a:extLst>
          </p:cNvPr>
          <p:cNvSpPr txBox="1"/>
          <p:nvPr/>
        </p:nvSpPr>
        <p:spPr>
          <a:xfrm>
            <a:off x="511865" y="1899323"/>
            <a:ext cx="67486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Cah-bay-</a:t>
            </a:r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zah</a:t>
            </a:r>
            <a:endParaRPr lang="en-US" sz="8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6ED0AF-72EF-6808-E75E-D2AFF9F2999A}"/>
              </a:ext>
            </a:extLst>
          </p:cNvPr>
          <p:cNvSpPr txBox="1"/>
          <p:nvPr/>
        </p:nvSpPr>
        <p:spPr>
          <a:xfrm>
            <a:off x="511865" y="6862261"/>
            <a:ext cx="67486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ohm-bros</a:t>
            </a:r>
          </a:p>
        </p:txBody>
      </p:sp>
    </p:spTree>
    <p:extLst>
      <p:ext uri="{BB962C8B-B14F-4D97-AF65-F5344CB8AC3E}">
        <p14:creationId xmlns:p14="http://schemas.microsoft.com/office/powerpoint/2010/main" val="10349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4933-089E-55FF-BDD7-20295C650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0C8229-EA5F-A28F-F4DF-C1B2C35E1225}"/>
              </a:ext>
            </a:extLst>
          </p:cNvPr>
          <p:cNvSpPr txBox="1"/>
          <p:nvPr/>
        </p:nvSpPr>
        <p:spPr>
          <a:xfrm>
            <a:off x="1550503" y="333503"/>
            <a:ext cx="44129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Rodillas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BFF35-3965-7E69-92A5-EC8A09638B77}"/>
              </a:ext>
            </a:extLst>
          </p:cNvPr>
          <p:cNvSpPr txBox="1"/>
          <p:nvPr/>
        </p:nvSpPr>
        <p:spPr>
          <a:xfrm>
            <a:off x="1550502" y="5435589"/>
            <a:ext cx="44129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Pies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68152-48BA-7B78-C128-E0ED243A3B8B}"/>
              </a:ext>
            </a:extLst>
          </p:cNvPr>
          <p:cNvSpPr txBox="1"/>
          <p:nvPr/>
        </p:nvSpPr>
        <p:spPr>
          <a:xfrm>
            <a:off x="511865" y="1899323"/>
            <a:ext cx="67486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row-dee-</a:t>
            </a:r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yahs</a:t>
            </a:r>
            <a:endParaRPr lang="en-US" sz="8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109C1-C4B5-0641-DB05-44F94F54C1A4}"/>
              </a:ext>
            </a:extLst>
          </p:cNvPr>
          <p:cNvSpPr txBox="1"/>
          <p:nvPr/>
        </p:nvSpPr>
        <p:spPr>
          <a:xfrm>
            <a:off x="511865" y="6802627"/>
            <a:ext cx="67486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pee-</a:t>
            </a:r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ays</a:t>
            </a:r>
            <a:endParaRPr lang="en-US" sz="8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965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70F3D-134B-2A52-7120-6F1D38875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28DE72-7301-5F66-C5DB-D7BC57FCA01F}"/>
              </a:ext>
            </a:extLst>
          </p:cNvPr>
          <p:cNvSpPr txBox="1"/>
          <p:nvPr/>
        </p:nvSpPr>
        <p:spPr>
          <a:xfrm>
            <a:off x="1550503" y="333503"/>
            <a:ext cx="44129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Ojos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C0239-45D4-81D2-054D-2C8BBFB876A3}"/>
              </a:ext>
            </a:extLst>
          </p:cNvPr>
          <p:cNvSpPr txBox="1"/>
          <p:nvPr/>
        </p:nvSpPr>
        <p:spPr>
          <a:xfrm>
            <a:off x="1550503" y="5465407"/>
            <a:ext cx="44129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 err="1"/>
              <a:t>Orejas</a:t>
            </a:r>
            <a:endParaRPr lang="en-US" sz="8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59081-FA7E-F246-6003-9AFE46DF0503}"/>
              </a:ext>
            </a:extLst>
          </p:cNvPr>
          <p:cNvSpPr txBox="1"/>
          <p:nvPr/>
        </p:nvSpPr>
        <p:spPr>
          <a:xfrm>
            <a:off x="511865" y="1899323"/>
            <a:ext cx="67486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oh-hose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0C901D-743C-ED85-6AE3-861E32CE565A}"/>
              </a:ext>
            </a:extLst>
          </p:cNvPr>
          <p:cNvSpPr txBox="1"/>
          <p:nvPr/>
        </p:nvSpPr>
        <p:spPr>
          <a:xfrm>
            <a:off x="511865" y="6911957"/>
            <a:ext cx="67486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oh-ray-</a:t>
            </a:r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hahs</a:t>
            </a:r>
            <a:endParaRPr lang="en-US" sz="8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366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3D746-890D-F37C-09D9-750CA3363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47100C-3436-27EC-BFA6-17ACE4E14CC0}"/>
              </a:ext>
            </a:extLst>
          </p:cNvPr>
          <p:cNvSpPr txBox="1"/>
          <p:nvPr/>
        </p:nvSpPr>
        <p:spPr>
          <a:xfrm>
            <a:off x="1550503" y="333503"/>
            <a:ext cx="44129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Boca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B0B188-63F2-5310-51C2-38D51718FEEC}"/>
              </a:ext>
            </a:extLst>
          </p:cNvPr>
          <p:cNvSpPr txBox="1"/>
          <p:nvPr/>
        </p:nvSpPr>
        <p:spPr>
          <a:xfrm>
            <a:off x="1550503" y="5465407"/>
            <a:ext cx="44129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/>
              <a:t>Y </a:t>
            </a:r>
            <a:r>
              <a:rPr lang="en-US" sz="8800" dirty="0" err="1"/>
              <a:t>Nariz</a:t>
            </a:r>
            <a:endParaRPr lang="en-US" sz="8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A3C0A-6DD5-87EA-A081-5FC66AF297FA}"/>
              </a:ext>
            </a:extLst>
          </p:cNvPr>
          <p:cNvSpPr txBox="1"/>
          <p:nvPr/>
        </p:nvSpPr>
        <p:spPr>
          <a:xfrm>
            <a:off x="511865" y="1899323"/>
            <a:ext cx="67486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Bo-</a:t>
            </a:r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cah</a:t>
            </a:r>
            <a:endParaRPr lang="en-US" sz="8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6C4314-DECA-25FE-5DE6-8FC49E1A19BC}"/>
              </a:ext>
            </a:extLst>
          </p:cNvPr>
          <p:cNvSpPr txBox="1"/>
          <p:nvPr/>
        </p:nvSpPr>
        <p:spPr>
          <a:xfrm>
            <a:off x="511865" y="7090862"/>
            <a:ext cx="674866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solidFill>
                  <a:schemeClr val="accent6">
                    <a:lumMod val="75000"/>
                  </a:schemeClr>
                </a:solidFill>
              </a:rPr>
              <a:t>ee nah-</a:t>
            </a:r>
            <a:r>
              <a:rPr lang="en-US" sz="8800" dirty="0" err="1">
                <a:solidFill>
                  <a:schemeClr val="accent6">
                    <a:lumMod val="75000"/>
                  </a:schemeClr>
                </a:solidFill>
              </a:rPr>
              <a:t>reez</a:t>
            </a:r>
            <a:endParaRPr lang="en-US" sz="8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561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</TotalTime>
  <Words>21</Words>
  <Application>Microsoft Office PowerPoint</Application>
  <PresentationFormat>Custom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amelia.mcbee@gmail.com</dc:creator>
  <cp:lastModifiedBy>amelia.mcbee@gmail.com</cp:lastModifiedBy>
  <cp:revision>4</cp:revision>
  <dcterms:created xsi:type="dcterms:W3CDTF">2026-09-20T13:48:57Z</dcterms:created>
  <dcterms:modified xsi:type="dcterms:W3CDTF">2026-09-20T15:31:05Z</dcterms:modified>
</cp:coreProperties>
</file>