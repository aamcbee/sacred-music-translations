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5DD9-017D-072E-6A1D-CA89E84EA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C1F0F-84AB-2881-12ED-695F478A4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65E44-A8F6-C84F-58F3-0F20D6B4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D9666-73EA-15F5-C925-7BAEFB6CD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37FF6-310E-4E20-5F51-5D1F1C7F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9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E04F-16A2-AC3B-4A0C-F13B00BF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3F6B5-7290-4E60-A693-4D78ECFB8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EAE1E-30E7-DD1A-F151-D6D3006A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DC82D-D87F-A3BB-7C21-4D55C59D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CBE8E-2702-8DBF-D784-38D55FE5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39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8B6D2-3796-0D49-1E9B-471D36E1E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DCFE2-B403-EA09-3CFE-D83DCC277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4AA42-1B4B-28F7-757F-5E80F2F4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FBB53-A7DD-1FBE-86BB-42314D83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5ECEF-ED02-F3D8-BFEA-E6633FC3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D449-51AC-A761-655D-B46557D4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BF2D-F651-D919-FB62-CBBD013B0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5BCE1-9DBC-55CD-C8FF-D132BD779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BE4CE-AD1D-7E4E-170A-F546E074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7DE48-4A2D-AEAE-0819-3B307A56E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8B09D-CF2C-8BFF-1061-994A998C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8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8A38-9711-41DD-55D8-8E8327D6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EC31B-6E7F-309C-05DC-0A5E7E1F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7A8FB-F08F-5E19-7C11-34FCB39B4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201AB-312E-0532-40FB-56BB81A07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FC6AD-66B6-3B41-F8EC-3978474D0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E0A2B-800A-3E0D-5ADD-9731AC26E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4F59C9-678E-7BD1-38F3-CF699C21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959572-83E8-5F3E-588F-2FC63304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4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D253D-A28D-AD6B-3370-D28D6C63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D19F4-78FA-6469-6C6B-BCAF8F66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03D2C-B120-5F75-5545-34A9099C8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6B92B-7C74-F774-C50C-D188A48C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4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45568-218D-DD2B-9580-73B66FAB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B89EF-AFB0-43FA-85DF-1E7613E1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3663F-051D-83D6-C484-B0E7603B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3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5AA1-0BF2-1122-C4DF-67BAD984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E228-13CD-58B3-4B3C-C292B0B06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EA02A-53A9-80A9-3592-4371C34A9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04767-54E7-005A-B539-C804A91A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133AC-C57C-F9E2-9D68-21B3B4C00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EE426-13BB-1231-AC4E-2B6B6343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3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451C-566E-F96D-F9EF-D7DC3F11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D26E7-A5D9-E1AC-0F67-DB9D79A39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D73CE-D25C-C344-7A71-26DC0A649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90508-0484-F954-38D7-050943DD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B035D-E5F6-A109-E08F-E1D51D59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1CDF8-5D38-3CE0-1EA5-07852363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2DD14-C8B0-3583-7746-E89D0183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F076D-1058-70F5-50CF-C32B9E081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7A10F-9345-3F4B-A759-9D15131D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5B895-63D6-D77A-8298-E4E28FE9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F80FE-82CF-1FFB-B8D5-3D5C3EF5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10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69EB14-7E77-412E-10C7-1D06EF36C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5BA72-9AB3-9F6F-9797-B821F8ADC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AE215-A541-327D-9E1D-AE998A97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DB2F4-A91E-6E0D-58D7-62DF9C96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1C9C8-0F64-10BC-CC44-840C8F5C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0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848E74-48C1-484E-4C47-D470D711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A5EE4-777F-AF41-A37F-8DD1F6AFA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306F5-6A63-B094-0F05-1921BB5C5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12040-AEA7-4ECA-A6A0-4713731A708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5660-3614-B5D9-8F7F-1950D4402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85BD8-B0EF-3DED-351D-2F927C9F9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6FC1A-6FC7-41CC-A548-4C0A6E5EE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CC074-6DAA-42CC-E193-4AB3A3218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87093B-EAA1-A78D-13DD-9BAE4573BAD8}"/>
              </a:ext>
            </a:extLst>
          </p:cNvPr>
          <p:cNvSpPr txBox="1"/>
          <p:nvPr/>
        </p:nvSpPr>
        <p:spPr>
          <a:xfrm>
            <a:off x="664191" y="1613118"/>
            <a:ext cx="1086361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/>
              <a:t>La </a:t>
            </a:r>
            <a:r>
              <a:rPr lang="en-US" sz="11500" b="1" dirty="0" err="1"/>
              <a:t>bondad</a:t>
            </a:r>
            <a:r>
              <a:rPr lang="en-US" sz="11500" b="1" dirty="0"/>
              <a:t> </a:t>
            </a:r>
            <a:r>
              <a:rPr lang="en-US" sz="11500" b="1" dirty="0" err="1"/>
              <a:t>por</a:t>
            </a:r>
            <a:r>
              <a:rPr lang="en-US" sz="11500" b="1" dirty="0"/>
              <a:t> </a:t>
            </a:r>
            <a:r>
              <a:rPr lang="en-US" sz="11500" b="1" dirty="0" err="1"/>
              <a:t>mí</a:t>
            </a:r>
            <a:r>
              <a:rPr lang="en-US" sz="11500" b="1" dirty="0"/>
              <a:t> </a:t>
            </a:r>
            <a:r>
              <a:rPr lang="en-US" sz="11500" b="1" dirty="0" err="1"/>
              <a:t>empieza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388807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7C49-6085-0B5C-C4B9-1CF9362C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D4651-877C-FAF2-49FB-975E26CCA9E2}"/>
              </a:ext>
            </a:extLst>
          </p:cNvPr>
          <p:cNvSpPr txBox="1"/>
          <p:nvPr/>
        </p:nvSpPr>
        <p:spPr>
          <a:xfrm>
            <a:off x="664191" y="1613118"/>
            <a:ext cx="1086361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/>
              <a:t>Bondad </a:t>
            </a:r>
            <a:r>
              <a:rPr lang="en-US" sz="11500" dirty="0" err="1"/>
              <a:t>mostraré</a:t>
            </a:r>
            <a:r>
              <a:rPr lang="en-US" sz="11500" dirty="0"/>
              <a:t> a </a:t>
            </a:r>
            <a:r>
              <a:rPr lang="en-US" sz="11500" dirty="0" err="1"/>
              <a:t>todo</a:t>
            </a:r>
            <a:r>
              <a:rPr lang="en-US" sz="11500" dirty="0"/>
              <a:t> ser;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EB2EF-A24C-26CA-0A38-106A4100F1D0}"/>
              </a:ext>
            </a:extLst>
          </p:cNvPr>
          <p:cNvSpPr txBox="1"/>
          <p:nvPr/>
        </p:nvSpPr>
        <p:spPr>
          <a:xfrm>
            <a:off x="1207827" y="505122"/>
            <a:ext cx="41625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Bone-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dahd</a:t>
            </a:r>
            <a:endParaRPr lang="en-US" sz="6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962D9-A318-4998-B06E-51A319671BB3}"/>
              </a:ext>
            </a:extLst>
          </p:cNvPr>
          <p:cNvSpPr txBox="1"/>
          <p:nvPr/>
        </p:nvSpPr>
        <p:spPr>
          <a:xfrm>
            <a:off x="6095999" y="505122"/>
            <a:ext cx="50769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Mo-straw-ray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065BC-17A2-7941-4C62-3FA28123CFD5}"/>
              </a:ext>
            </a:extLst>
          </p:cNvPr>
          <p:cNvSpPr txBox="1"/>
          <p:nvPr/>
        </p:nvSpPr>
        <p:spPr>
          <a:xfrm>
            <a:off x="2399730" y="5379647"/>
            <a:ext cx="10326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ah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AAA70-CE15-027E-5E8B-BE3F440A7499}"/>
              </a:ext>
            </a:extLst>
          </p:cNvPr>
          <p:cNvSpPr txBox="1"/>
          <p:nvPr/>
        </p:nvSpPr>
        <p:spPr>
          <a:xfrm>
            <a:off x="4003341" y="5379647"/>
            <a:ext cx="34824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toe-doe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415B6-AD4C-9A24-D971-4BB984859D98}"/>
              </a:ext>
            </a:extLst>
          </p:cNvPr>
          <p:cNvSpPr txBox="1"/>
          <p:nvPr/>
        </p:nvSpPr>
        <p:spPr>
          <a:xfrm>
            <a:off x="7485796" y="5379647"/>
            <a:ext cx="18060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sair</a:t>
            </a:r>
            <a:endParaRPr lang="en-US" sz="66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55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0E45A-234D-5B85-AE61-3E14BDEC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98680C-D1BB-79E7-6D5F-EA477BA2339C}"/>
              </a:ext>
            </a:extLst>
          </p:cNvPr>
          <p:cNvSpPr txBox="1"/>
          <p:nvPr/>
        </p:nvSpPr>
        <p:spPr>
          <a:xfrm>
            <a:off x="664191" y="1613118"/>
            <a:ext cx="1086361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 err="1"/>
              <a:t>Así</a:t>
            </a:r>
            <a:r>
              <a:rPr lang="en-US" sz="11500" dirty="0"/>
              <a:t> se </a:t>
            </a:r>
            <a:r>
              <a:rPr lang="en-US" sz="11500" dirty="0" err="1"/>
              <a:t>debe</a:t>
            </a:r>
            <a:r>
              <a:rPr lang="en-US" sz="11500" dirty="0"/>
              <a:t> </a:t>
            </a:r>
            <a:r>
              <a:rPr lang="en-US" sz="11500" dirty="0" err="1"/>
              <a:t>actuar</a:t>
            </a:r>
            <a:endParaRPr lang="en-US" sz="1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13717-49B7-505B-C106-A99103D1FDD8}"/>
              </a:ext>
            </a:extLst>
          </p:cNvPr>
          <p:cNvSpPr txBox="1"/>
          <p:nvPr/>
        </p:nvSpPr>
        <p:spPr>
          <a:xfrm>
            <a:off x="1835625" y="505122"/>
            <a:ext cx="26408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Ah-see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1359C-6EBF-21D5-FF06-64F2273A07C9}"/>
              </a:ext>
            </a:extLst>
          </p:cNvPr>
          <p:cNvSpPr txBox="1"/>
          <p:nvPr/>
        </p:nvSpPr>
        <p:spPr>
          <a:xfrm>
            <a:off x="4775578" y="505122"/>
            <a:ext cx="13204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say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900EB-3C94-0271-EE12-A98232A33D02}"/>
              </a:ext>
            </a:extLst>
          </p:cNvPr>
          <p:cNvSpPr txBox="1"/>
          <p:nvPr/>
        </p:nvSpPr>
        <p:spPr>
          <a:xfrm>
            <a:off x="6606652" y="505122"/>
            <a:ext cx="2987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day-bay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79C9B-2262-9CE3-0059-56A552A2E5A7}"/>
              </a:ext>
            </a:extLst>
          </p:cNvPr>
          <p:cNvSpPr txBox="1"/>
          <p:nvPr/>
        </p:nvSpPr>
        <p:spPr>
          <a:xfrm>
            <a:off x="3966096" y="5174931"/>
            <a:ext cx="44918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ack-too-are</a:t>
            </a:r>
          </a:p>
        </p:txBody>
      </p:sp>
    </p:spTree>
    <p:extLst>
      <p:ext uri="{BB962C8B-B14F-4D97-AF65-F5344CB8AC3E}">
        <p14:creationId xmlns:p14="http://schemas.microsoft.com/office/powerpoint/2010/main" val="334963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E1E30-8A12-D6C0-A6DD-CE149CA4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4F844-A42B-628D-63BC-90E042F93769}"/>
              </a:ext>
            </a:extLst>
          </p:cNvPr>
          <p:cNvSpPr txBox="1"/>
          <p:nvPr/>
        </p:nvSpPr>
        <p:spPr>
          <a:xfrm>
            <a:off x="143301" y="1613118"/>
            <a:ext cx="1193496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/>
              <a:t>Es </a:t>
            </a:r>
            <a:r>
              <a:rPr lang="en-US" sz="11500" dirty="0" err="1"/>
              <a:t>por</a:t>
            </a:r>
            <a:r>
              <a:rPr lang="en-US" sz="11500" dirty="0"/>
              <a:t> </a:t>
            </a:r>
            <a:r>
              <a:rPr lang="en-US" sz="11500" dirty="0" err="1"/>
              <a:t>eso</a:t>
            </a:r>
            <a:r>
              <a:rPr lang="en-US" sz="11500" dirty="0"/>
              <a:t> </a:t>
            </a:r>
            <a:r>
              <a:rPr lang="en-US" sz="11500" dirty="0" err="1"/>
              <a:t>que</a:t>
            </a:r>
            <a:r>
              <a:rPr lang="en-US" sz="11500" dirty="0"/>
              <a:t> </a:t>
            </a:r>
            <a:r>
              <a:rPr lang="en-US" sz="11500" dirty="0" err="1"/>
              <a:t>digo</a:t>
            </a:r>
            <a:r>
              <a:rPr lang="en-US" sz="11500" dirty="0"/>
              <a:t>: “La </a:t>
            </a:r>
            <a:r>
              <a:rPr lang="en-US" sz="11500" dirty="0" err="1"/>
              <a:t>bondad</a:t>
            </a:r>
            <a:r>
              <a:rPr lang="en-US" sz="11500" dirty="0"/>
              <a:t>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12104-0AA4-9658-70E4-AC8072AF66CB}"/>
              </a:ext>
            </a:extLst>
          </p:cNvPr>
          <p:cNvSpPr txBox="1"/>
          <p:nvPr/>
        </p:nvSpPr>
        <p:spPr>
          <a:xfrm>
            <a:off x="1519447" y="505122"/>
            <a:ext cx="13435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216A3-B109-B0FC-3EFF-F34B968A81FA}"/>
              </a:ext>
            </a:extLst>
          </p:cNvPr>
          <p:cNvSpPr txBox="1"/>
          <p:nvPr/>
        </p:nvSpPr>
        <p:spPr>
          <a:xfrm>
            <a:off x="3373272" y="505122"/>
            <a:ext cx="20585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pour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6C59B-4D9E-70CD-D07D-237BC11DCBC0}"/>
              </a:ext>
            </a:extLst>
          </p:cNvPr>
          <p:cNvSpPr txBox="1"/>
          <p:nvPr/>
        </p:nvSpPr>
        <p:spPr>
          <a:xfrm>
            <a:off x="5859440" y="505122"/>
            <a:ext cx="21927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eh-so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0B1D0-AE65-312B-79C3-F7C9F2DCCC71}"/>
              </a:ext>
            </a:extLst>
          </p:cNvPr>
          <p:cNvSpPr txBox="1"/>
          <p:nvPr/>
        </p:nvSpPr>
        <p:spPr>
          <a:xfrm>
            <a:off x="8479813" y="505122"/>
            <a:ext cx="21927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kay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1F8B8-FDE7-7803-AA2D-5845161F057D}"/>
              </a:ext>
            </a:extLst>
          </p:cNvPr>
          <p:cNvSpPr txBox="1"/>
          <p:nvPr/>
        </p:nvSpPr>
        <p:spPr>
          <a:xfrm>
            <a:off x="641445" y="5161283"/>
            <a:ext cx="28614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dee-go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D585B-561A-2286-5942-AE3C8716BA01}"/>
              </a:ext>
            </a:extLst>
          </p:cNvPr>
          <p:cNvSpPr txBox="1"/>
          <p:nvPr/>
        </p:nvSpPr>
        <p:spPr>
          <a:xfrm>
            <a:off x="4610667" y="5244881"/>
            <a:ext cx="16422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Lah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158A18-C96D-5E17-32CE-A35CBCB149B6}"/>
              </a:ext>
            </a:extLst>
          </p:cNvPr>
          <p:cNvSpPr txBox="1"/>
          <p:nvPr/>
        </p:nvSpPr>
        <p:spPr>
          <a:xfrm>
            <a:off x="6607789" y="5244881"/>
            <a:ext cx="41625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bone-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dahd</a:t>
            </a:r>
            <a:endParaRPr lang="en-US" sz="66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03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439A-49A6-3E01-0990-F3086F9F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2C27C5-EC93-FC70-43D6-5E4FB235B7EB}"/>
              </a:ext>
            </a:extLst>
          </p:cNvPr>
          <p:cNvSpPr txBox="1"/>
          <p:nvPr/>
        </p:nvSpPr>
        <p:spPr>
          <a:xfrm>
            <a:off x="143301" y="1613118"/>
            <a:ext cx="1193496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/>
              <a:t>“Debe </a:t>
            </a:r>
            <a:r>
              <a:rPr lang="en-US" sz="11500" dirty="0" err="1"/>
              <a:t>por</a:t>
            </a:r>
            <a:r>
              <a:rPr lang="en-US" sz="11500" dirty="0"/>
              <a:t> </a:t>
            </a:r>
            <a:r>
              <a:rPr lang="en-US" sz="11500" dirty="0" err="1"/>
              <a:t>mí</a:t>
            </a:r>
            <a:r>
              <a:rPr lang="en-US" sz="11500" dirty="0"/>
              <a:t> </a:t>
            </a:r>
            <a:r>
              <a:rPr lang="en-US" sz="11500" dirty="0" err="1"/>
              <a:t>empezar</a:t>
            </a:r>
            <a:r>
              <a:rPr lang="en-US" sz="11500" dirty="0"/>
              <a:t>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5C38B-FB1F-9DCB-0C67-1E78E4BB3FB0}"/>
              </a:ext>
            </a:extLst>
          </p:cNvPr>
          <p:cNvSpPr txBox="1"/>
          <p:nvPr/>
        </p:nvSpPr>
        <p:spPr>
          <a:xfrm>
            <a:off x="2293960" y="582867"/>
            <a:ext cx="2987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Day-bay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0E8DF-304E-0F00-B435-68696CC427CC}"/>
              </a:ext>
            </a:extLst>
          </p:cNvPr>
          <p:cNvSpPr txBox="1"/>
          <p:nvPr/>
        </p:nvSpPr>
        <p:spPr>
          <a:xfrm>
            <a:off x="6110784" y="599352"/>
            <a:ext cx="1968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pour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2EA64-CFF4-2B4B-E620-27A193FD8FE2}"/>
              </a:ext>
            </a:extLst>
          </p:cNvPr>
          <p:cNvSpPr txBox="1"/>
          <p:nvPr/>
        </p:nvSpPr>
        <p:spPr>
          <a:xfrm>
            <a:off x="8545205" y="582867"/>
            <a:ext cx="1968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7810B-F464-827E-1F99-F65EC073BEEB}"/>
              </a:ext>
            </a:extLst>
          </p:cNvPr>
          <p:cNvSpPr txBox="1"/>
          <p:nvPr/>
        </p:nvSpPr>
        <p:spPr>
          <a:xfrm>
            <a:off x="3350527" y="4938777"/>
            <a:ext cx="50309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em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-pay-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zar</a:t>
            </a:r>
            <a:endParaRPr lang="en-US" sz="66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23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2253</TotalTime>
  <Words>51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amelia.mcbee@gmail.com</dc:creator>
  <cp:lastModifiedBy>amelia.mcbee@gmail.com</cp:lastModifiedBy>
  <cp:revision>9</cp:revision>
  <dcterms:created xsi:type="dcterms:W3CDTF">2026-02-28T04:22:11Z</dcterms:created>
  <dcterms:modified xsi:type="dcterms:W3CDTF">2026-10-10T15:38:18Z</dcterms:modified>
</cp:coreProperties>
</file>