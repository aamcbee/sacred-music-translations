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1" r:id="rId2"/>
    <p:sldId id="294" r:id="rId3"/>
    <p:sldId id="295" r:id="rId4"/>
    <p:sldId id="311" r:id="rId5"/>
    <p:sldId id="313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7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218995" y="2070318"/>
            <a:ext cx="96204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 err="1"/>
              <a:t>Hazlo</a:t>
            </a:r>
            <a:r>
              <a:rPr lang="en-US" sz="11500" b="1" dirty="0"/>
              <a:t> </a:t>
            </a:r>
          </a:p>
          <a:p>
            <a:pPr algn="ctr"/>
            <a:r>
              <a:rPr lang="en-US" sz="11500" b="1" dirty="0"/>
              <a:t>Conmigo</a:t>
            </a:r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1B9-BE1F-5362-24CF-E2F3EEFC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8FEB3-4CC2-8DAA-7627-A5E25286AFD4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Hazlo</a:t>
            </a:r>
            <a:r>
              <a:rPr lang="en-US" sz="9600" dirty="0"/>
              <a:t> </a:t>
            </a:r>
            <a:r>
              <a:rPr lang="en-US" sz="9600" dirty="0" err="1"/>
              <a:t>conmigo</a:t>
            </a:r>
            <a:r>
              <a:rPr lang="en-US" sz="9600" dirty="0"/>
              <a:t>, </a:t>
            </a:r>
            <a:r>
              <a:rPr lang="en-US" sz="9600" dirty="0" err="1"/>
              <a:t>sigue</a:t>
            </a:r>
            <a:r>
              <a:rPr lang="en-US" sz="9600" dirty="0"/>
              <a:t>, </a:t>
            </a:r>
            <a:r>
              <a:rPr lang="en-US" sz="9600" dirty="0" err="1"/>
              <a:t>sígueme</a:t>
            </a:r>
            <a:endParaRPr lang="en-US" sz="9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EF1C2-382B-4D0C-0CFE-63B98D2456D4}"/>
              </a:ext>
            </a:extLst>
          </p:cNvPr>
          <p:cNvSpPr txBox="1"/>
          <p:nvPr/>
        </p:nvSpPr>
        <p:spPr>
          <a:xfrm>
            <a:off x="-1" y="916156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ahz</a:t>
            </a:r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-low con-me-go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0340-10D7-7346-FFAF-83187B90ACB0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see-gay, see-gay-may</a:t>
            </a:r>
          </a:p>
        </p:txBody>
      </p:sp>
    </p:spTree>
    <p:extLst>
      <p:ext uri="{BB962C8B-B14F-4D97-AF65-F5344CB8AC3E}">
        <p14:creationId xmlns:p14="http://schemas.microsoft.com/office/powerpoint/2010/main" val="1034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6230-C1C0-5E6A-F7FD-92A1E7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CD215-E12A-4410-5C3E-07A400958E87}"/>
              </a:ext>
            </a:extLst>
          </p:cNvPr>
          <p:cNvSpPr txBox="1"/>
          <p:nvPr/>
        </p:nvSpPr>
        <p:spPr>
          <a:xfrm>
            <a:off x="0" y="3101370"/>
            <a:ext cx="10058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Hazlo</a:t>
            </a:r>
            <a:r>
              <a:rPr lang="en-US" sz="9600" dirty="0"/>
              <a:t> alto o bajo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39387-02DF-18AD-AB59-E1D1B814FD5A}"/>
              </a:ext>
            </a:extLst>
          </p:cNvPr>
          <p:cNvSpPr txBox="1"/>
          <p:nvPr/>
        </p:nvSpPr>
        <p:spPr>
          <a:xfrm>
            <a:off x="-1" y="2153280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ahz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-low all-toe oh bah-ho</a:t>
            </a:r>
          </a:p>
        </p:txBody>
      </p:sp>
    </p:spTree>
    <p:extLst>
      <p:ext uri="{BB962C8B-B14F-4D97-AF65-F5344CB8AC3E}">
        <p14:creationId xmlns:p14="http://schemas.microsoft.com/office/powerpoint/2010/main" val="246547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F9A0-D03E-3877-65A3-672E5742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0E71C-0A07-ED63-6E01-0510BC40DB4B}"/>
              </a:ext>
            </a:extLst>
          </p:cNvPr>
          <p:cNvSpPr txBox="1"/>
          <p:nvPr/>
        </p:nvSpPr>
        <p:spPr>
          <a:xfrm>
            <a:off x="0" y="3101370"/>
            <a:ext cx="10058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Rápido</a:t>
            </a:r>
            <a:r>
              <a:rPr lang="en-US" sz="9600" dirty="0"/>
              <a:t> o lento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60D6C-E9FB-6EDA-8E38-8467D277B5F6}"/>
              </a:ext>
            </a:extLst>
          </p:cNvPr>
          <p:cNvSpPr txBox="1"/>
          <p:nvPr/>
        </p:nvSpPr>
        <p:spPr>
          <a:xfrm>
            <a:off x="-1" y="1930444"/>
            <a:ext cx="10058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Rap-ee-do oh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len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-toe</a:t>
            </a:r>
          </a:p>
        </p:txBody>
      </p:sp>
    </p:spTree>
    <p:extLst>
      <p:ext uri="{BB962C8B-B14F-4D97-AF65-F5344CB8AC3E}">
        <p14:creationId xmlns:p14="http://schemas.microsoft.com/office/powerpoint/2010/main" val="402199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E6749-114A-16AE-0971-4CAE9A87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6C2E7-D73A-0E74-426C-43E1C7F7F5C1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Hazlo</a:t>
            </a:r>
            <a:r>
              <a:rPr lang="en-US" sz="9600" dirty="0"/>
              <a:t> </a:t>
            </a:r>
            <a:r>
              <a:rPr lang="en-US" sz="9600" dirty="0" err="1"/>
              <a:t>conmigo</a:t>
            </a:r>
            <a:r>
              <a:rPr lang="en-US" sz="9600" dirty="0"/>
              <a:t>, </a:t>
            </a:r>
            <a:r>
              <a:rPr lang="en-US" sz="9600" dirty="0" err="1"/>
              <a:t>sigue</a:t>
            </a:r>
            <a:r>
              <a:rPr lang="en-US" sz="9600" dirty="0"/>
              <a:t>, </a:t>
            </a:r>
            <a:r>
              <a:rPr lang="en-US" sz="9600" dirty="0" err="1"/>
              <a:t>sígueme</a:t>
            </a:r>
            <a:endParaRPr lang="en-US" sz="9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565129-6BFB-993A-E11B-BABA7D905A18}"/>
              </a:ext>
            </a:extLst>
          </p:cNvPr>
          <p:cNvSpPr txBox="1"/>
          <p:nvPr/>
        </p:nvSpPr>
        <p:spPr>
          <a:xfrm>
            <a:off x="-1" y="916156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ahz</a:t>
            </a:r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-low con-me-go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F693F-0E6C-493F-9F4F-4ADE0947F906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see-gay, see-gay-may</a:t>
            </a:r>
          </a:p>
        </p:txBody>
      </p:sp>
    </p:spTree>
    <p:extLst>
      <p:ext uri="{BB962C8B-B14F-4D97-AF65-F5344CB8AC3E}">
        <p14:creationId xmlns:p14="http://schemas.microsoft.com/office/powerpoint/2010/main" val="280607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38</Words>
  <Application>Microsoft Office PowerPoint</Application>
  <PresentationFormat>Custom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10</cp:revision>
  <dcterms:created xsi:type="dcterms:W3CDTF">2026-09-20T13:48:57Z</dcterms:created>
  <dcterms:modified xsi:type="dcterms:W3CDTF">2026-09-20T15:28:05Z</dcterms:modified>
</cp:coreProperties>
</file>