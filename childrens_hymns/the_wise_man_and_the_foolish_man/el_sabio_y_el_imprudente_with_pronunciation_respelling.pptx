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1" r:id="rId2"/>
    <p:sldId id="294" r:id="rId3"/>
    <p:sldId id="295" r:id="rId4"/>
    <p:sldId id="256" r:id="rId5"/>
    <p:sldId id="296" r:id="rId6"/>
    <p:sldId id="297" r:id="rId7"/>
    <p:sldId id="302" r:id="rId8"/>
    <p:sldId id="303" r:id="rId9"/>
    <p:sldId id="300" r:id="rId10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66" d="100"/>
          <a:sy n="66" d="100"/>
        </p:scale>
        <p:origin x="1128" y="-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7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9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0235B-A7C2-FAB5-E873-B7B2D6325ECA}"/>
              </a:ext>
            </a:extLst>
          </p:cNvPr>
          <p:cNvSpPr txBox="1"/>
          <p:nvPr/>
        </p:nvSpPr>
        <p:spPr>
          <a:xfrm>
            <a:off x="218995" y="2070318"/>
            <a:ext cx="96204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El </a:t>
            </a:r>
            <a:r>
              <a:rPr lang="en-US" sz="11500" b="1" dirty="0" err="1"/>
              <a:t>sabio</a:t>
            </a:r>
            <a:r>
              <a:rPr lang="en-US" sz="11500" b="1" dirty="0"/>
              <a:t> y el </a:t>
            </a:r>
            <a:r>
              <a:rPr lang="en-US" sz="11500" b="1" dirty="0" err="1"/>
              <a:t>imprudente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97733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71B9-BE1F-5362-24CF-E2F3EEFC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8FEB3-4CC2-8DAA-7627-A5E25286AFD4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En </a:t>
            </a:r>
            <a:r>
              <a:rPr lang="en-US" sz="9600" dirty="0" err="1"/>
              <a:t>roca</a:t>
            </a:r>
            <a:r>
              <a:rPr lang="en-US" sz="9600" dirty="0"/>
              <a:t> el hombre </a:t>
            </a:r>
            <a:r>
              <a:rPr lang="en-US" sz="9600" dirty="0" err="1"/>
              <a:t>sabio</a:t>
            </a:r>
            <a:r>
              <a:rPr lang="en-US" sz="9600" dirty="0"/>
              <a:t> </a:t>
            </a:r>
            <a:r>
              <a:rPr lang="en-US" sz="9600" dirty="0" err="1"/>
              <a:t>construyó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83C72-08E0-1AAB-6084-121497185287}"/>
              </a:ext>
            </a:extLst>
          </p:cNvPr>
          <p:cNvSpPr txBox="1"/>
          <p:nvPr/>
        </p:nvSpPr>
        <p:spPr>
          <a:xfrm>
            <a:off x="518671" y="1162377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En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ro-cah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ell ohm-bray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BFD9C-6807-7358-5168-7D70CC3C0E43}"/>
              </a:ext>
            </a:extLst>
          </p:cNvPr>
          <p:cNvSpPr txBox="1"/>
          <p:nvPr/>
        </p:nvSpPr>
        <p:spPr>
          <a:xfrm>
            <a:off x="368832" y="5409694"/>
            <a:ext cx="9320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Saw-bee-o con-strew-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yo</a:t>
            </a:r>
            <a:endParaRPr lang="en-US" sz="7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9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6230-C1C0-5E6A-F7FD-92A1E75D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CD215-E12A-4410-5C3E-07A400958E87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y la </a:t>
            </a:r>
            <a:r>
              <a:rPr lang="en-US" sz="9600" dirty="0" err="1"/>
              <a:t>lluvia</a:t>
            </a:r>
            <a:r>
              <a:rPr lang="en-US" sz="9600" dirty="0"/>
              <a:t> </a:t>
            </a:r>
            <a:r>
              <a:rPr lang="en-US" sz="9600" dirty="0" err="1"/>
              <a:t>descendió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E4D5F-9065-EA0F-98BA-7360D087A24A}"/>
              </a:ext>
            </a:extLst>
          </p:cNvPr>
          <p:cNvSpPr txBox="1"/>
          <p:nvPr/>
        </p:nvSpPr>
        <p:spPr>
          <a:xfrm>
            <a:off x="518671" y="1162377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Ee la you-vee-ah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D5973-2737-D590-C852-5D4F28734813}"/>
              </a:ext>
            </a:extLst>
          </p:cNvPr>
          <p:cNvSpPr txBox="1"/>
          <p:nvPr/>
        </p:nvSpPr>
        <p:spPr>
          <a:xfrm>
            <a:off x="518670" y="5409694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deh-send-ee-o</a:t>
            </a:r>
          </a:p>
        </p:txBody>
      </p:sp>
    </p:spTree>
    <p:extLst>
      <p:ext uri="{BB962C8B-B14F-4D97-AF65-F5344CB8AC3E}">
        <p14:creationId xmlns:p14="http://schemas.microsoft.com/office/powerpoint/2010/main" val="246547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903E09-C892-168D-C752-327DC9D4D720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La </a:t>
            </a:r>
            <a:r>
              <a:rPr lang="en-US" sz="9600" dirty="0" err="1"/>
              <a:t>lluvia</a:t>
            </a:r>
            <a:r>
              <a:rPr lang="en-US" sz="9600" dirty="0"/>
              <a:t> </a:t>
            </a:r>
            <a:r>
              <a:rPr lang="en-US" sz="9600" dirty="0" err="1"/>
              <a:t>cayó</a:t>
            </a:r>
            <a:r>
              <a:rPr lang="en-US" sz="9600" dirty="0"/>
              <a:t> y </a:t>
            </a:r>
            <a:r>
              <a:rPr lang="en-US" sz="9600" dirty="0" err="1"/>
              <a:t>todo</a:t>
            </a:r>
            <a:r>
              <a:rPr lang="en-US" sz="9600" dirty="0"/>
              <a:t> se </a:t>
            </a:r>
            <a:r>
              <a:rPr lang="en-US" sz="9600" dirty="0" err="1"/>
              <a:t>inundó</a:t>
            </a:r>
            <a:endParaRPr lang="en-US" sz="9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00E1C-39D0-FF2B-451E-E69B708AEB6B}"/>
              </a:ext>
            </a:extLst>
          </p:cNvPr>
          <p:cNvSpPr txBox="1"/>
          <p:nvPr/>
        </p:nvSpPr>
        <p:spPr>
          <a:xfrm>
            <a:off x="518671" y="1162377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La you-vee-ah kai-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yo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33D7D-1420-BF40-C7D6-9AEC5D77E98B}"/>
              </a:ext>
            </a:extLst>
          </p:cNvPr>
          <p:cNvSpPr txBox="1"/>
          <p:nvPr/>
        </p:nvSpPr>
        <p:spPr>
          <a:xfrm>
            <a:off x="370113" y="5409694"/>
            <a:ext cx="9539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toe-doe say ee-noon-doe</a:t>
            </a:r>
          </a:p>
        </p:txBody>
      </p:sp>
    </p:spTree>
    <p:extLst>
      <p:ext uri="{BB962C8B-B14F-4D97-AF65-F5344CB8AC3E}">
        <p14:creationId xmlns:p14="http://schemas.microsoft.com/office/powerpoint/2010/main" val="120007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7270-18F8-5847-0AD2-8D3B6B84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24C5C-850D-3D48-DD4F-A652A6A34EF1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y la casa </a:t>
            </a:r>
            <a:r>
              <a:rPr lang="en-US" sz="9600" dirty="0" err="1"/>
              <a:t>en</a:t>
            </a:r>
            <a:r>
              <a:rPr lang="en-US" sz="9600" dirty="0"/>
              <a:t> la </a:t>
            </a:r>
            <a:r>
              <a:rPr lang="en-US" sz="9600" dirty="0" err="1"/>
              <a:t>roca</a:t>
            </a:r>
            <a:r>
              <a:rPr lang="en-US" sz="9600" dirty="0"/>
              <a:t> se </a:t>
            </a:r>
            <a:r>
              <a:rPr lang="en-US" sz="9600" dirty="0" err="1"/>
              <a:t>quedó</a:t>
            </a:r>
            <a:endParaRPr lang="en-US" sz="9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75749-04E6-EE8C-6735-411ABDFED597}"/>
              </a:ext>
            </a:extLst>
          </p:cNvPr>
          <p:cNvSpPr txBox="1"/>
          <p:nvPr/>
        </p:nvSpPr>
        <p:spPr>
          <a:xfrm>
            <a:off x="0" y="1300263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Ee la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cah-sah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la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ro-cah</a:t>
            </a:r>
            <a:endParaRPr lang="en-US" sz="7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26671-D61E-724F-41E9-1A36225A6292}"/>
              </a:ext>
            </a:extLst>
          </p:cNvPr>
          <p:cNvSpPr txBox="1"/>
          <p:nvPr/>
        </p:nvSpPr>
        <p:spPr>
          <a:xfrm>
            <a:off x="-1" y="5271809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say kay-doe</a:t>
            </a:r>
          </a:p>
        </p:txBody>
      </p:sp>
    </p:spTree>
    <p:extLst>
      <p:ext uri="{BB962C8B-B14F-4D97-AF65-F5344CB8AC3E}">
        <p14:creationId xmlns:p14="http://schemas.microsoft.com/office/powerpoint/2010/main" val="259042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1938-4951-ABB5-80C4-732C2D34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0E4C38-25C9-38CF-CA1D-4D8B2A0DE9B2}"/>
              </a:ext>
            </a:extLst>
          </p:cNvPr>
          <p:cNvSpPr txBox="1"/>
          <p:nvPr/>
        </p:nvSpPr>
        <p:spPr>
          <a:xfrm>
            <a:off x="0" y="2362706"/>
            <a:ext cx="1005839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500" dirty="0"/>
              <a:t>En arena el </a:t>
            </a:r>
            <a:r>
              <a:rPr lang="en-US" sz="8500" dirty="0" err="1"/>
              <a:t>imprudente</a:t>
            </a:r>
            <a:r>
              <a:rPr lang="en-US" sz="8500" dirty="0"/>
              <a:t> </a:t>
            </a:r>
            <a:r>
              <a:rPr lang="en-US" sz="8500" dirty="0" err="1"/>
              <a:t>construyó</a:t>
            </a:r>
            <a:endParaRPr lang="en-US" sz="8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7CF49-6122-C482-18F7-9A28D3F24C83}"/>
              </a:ext>
            </a:extLst>
          </p:cNvPr>
          <p:cNvSpPr txBox="1"/>
          <p:nvPr/>
        </p:nvSpPr>
        <p:spPr>
          <a:xfrm>
            <a:off x="518671" y="1162377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En ah-ray-nah 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A51D4-C33E-3A0A-079D-80BE12339CB1}"/>
              </a:ext>
            </a:extLst>
          </p:cNvPr>
          <p:cNvSpPr txBox="1"/>
          <p:nvPr/>
        </p:nvSpPr>
        <p:spPr>
          <a:xfrm>
            <a:off x="0" y="525580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solidFill>
                  <a:schemeClr val="accent6">
                    <a:lumMod val="75000"/>
                  </a:schemeClr>
                </a:solidFill>
              </a:rPr>
              <a:t>eem</a:t>
            </a:r>
            <a:r>
              <a:rPr lang="en-US" sz="60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6000" dirty="0" err="1">
                <a:solidFill>
                  <a:schemeClr val="accent6">
                    <a:lumMod val="75000"/>
                  </a:schemeClr>
                </a:solidFill>
              </a:rPr>
              <a:t>proo</a:t>
            </a:r>
            <a:r>
              <a:rPr lang="en-US" sz="6000" dirty="0">
                <a:solidFill>
                  <a:schemeClr val="accent6">
                    <a:lumMod val="75000"/>
                  </a:schemeClr>
                </a:solidFill>
              </a:rPr>
              <a:t>-den-</a:t>
            </a:r>
            <a:r>
              <a:rPr lang="en-US" sz="6000" dirty="0" err="1">
                <a:solidFill>
                  <a:schemeClr val="accent6">
                    <a:lumMod val="75000"/>
                  </a:schemeClr>
                </a:solidFill>
              </a:rPr>
              <a:t>tay</a:t>
            </a:r>
            <a:r>
              <a:rPr lang="en-US" sz="6000" dirty="0">
                <a:solidFill>
                  <a:schemeClr val="accent6">
                    <a:lumMod val="75000"/>
                  </a:schemeClr>
                </a:solidFill>
              </a:rPr>
              <a:t> con-strew-</a:t>
            </a:r>
            <a:r>
              <a:rPr lang="en-US" sz="6000" dirty="0" err="1">
                <a:solidFill>
                  <a:schemeClr val="accent6">
                    <a:lumMod val="75000"/>
                  </a:schemeClr>
                </a:solidFill>
              </a:rPr>
              <a:t>yo</a:t>
            </a:r>
            <a:endParaRPr lang="en-US" sz="6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539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D1E4-499B-B3B7-EF1C-051CD31B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D34C6-A54D-DD9A-964D-B5D069233328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y la </a:t>
            </a:r>
            <a:r>
              <a:rPr lang="en-US" sz="9600" dirty="0" err="1"/>
              <a:t>lluvia</a:t>
            </a:r>
            <a:r>
              <a:rPr lang="en-US" sz="9600" dirty="0"/>
              <a:t> </a:t>
            </a:r>
            <a:r>
              <a:rPr lang="en-US" sz="9600" dirty="0" err="1"/>
              <a:t>descendió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FFC86-6684-3702-35FE-BCA391D314EB}"/>
              </a:ext>
            </a:extLst>
          </p:cNvPr>
          <p:cNvSpPr txBox="1"/>
          <p:nvPr/>
        </p:nvSpPr>
        <p:spPr>
          <a:xfrm>
            <a:off x="518671" y="1162377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Ee la you-vee-ah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04BD2-5E98-180C-90D6-9A1015D8EC69}"/>
              </a:ext>
            </a:extLst>
          </p:cNvPr>
          <p:cNvSpPr txBox="1"/>
          <p:nvPr/>
        </p:nvSpPr>
        <p:spPr>
          <a:xfrm>
            <a:off x="518670" y="5409694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deh-send-ee-o</a:t>
            </a:r>
          </a:p>
        </p:txBody>
      </p:sp>
    </p:spTree>
    <p:extLst>
      <p:ext uri="{BB962C8B-B14F-4D97-AF65-F5344CB8AC3E}">
        <p14:creationId xmlns:p14="http://schemas.microsoft.com/office/powerpoint/2010/main" val="2926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3065-7F5B-2C55-0523-890EAB70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E11135-60D4-BEB0-FAE2-1C71E467EC14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La </a:t>
            </a:r>
            <a:r>
              <a:rPr lang="en-US" sz="9600" dirty="0" err="1"/>
              <a:t>lluvia</a:t>
            </a:r>
            <a:r>
              <a:rPr lang="en-US" sz="9600" dirty="0"/>
              <a:t> </a:t>
            </a:r>
            <a:r>
              <a:rPr lang="en-US" sz="9600" dirty="0" err="1"/>
              <a:t>cayó</a:t>
            </a:r>
            <a:r>
              <a:rPr lang="en-US" sz="9600" dirty="0"/>
              <a:t> y </a:t>
            </a:r>
            <a:r>
              <a:rPr lang="en-US" sz="9600" dirty="0" err="1"/>
              <a:t>todo</a:t>
            </a:r>
            <a:r>
              <a:rPr lang="en-US" sz="9600" dirty="0"/>
              <a:t> se </a:t>
            </a:r>
            <a:r>
              <a:rPr lang="en-US" sz="9600" dirty="0" err="1"/>
              <a:t>inundó</a:t>
            </a:r>
            <a:endParaRPr lang="en-US" sz="9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B979D-C2A3-F948-E555-7227782CFCAE}"/>
              </a:ext>
            </a:extLst>
          </p:cNvPr>
          <p:cNvSpPr txBox="1"/>
          <p:nvPr/>
        </p:nvSpPr>
        <p:spPr>
          <a:xfrm>
            <a:off x="518671" y="1162377"/>
            <a:ext cx="902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La you-vee-ah kai-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yo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CB5B5-D3EB-58F2-4D01-3BB9677BE5D2}"/>
              </a:ext>
            </a:extLst>
          </p:cNvPr>
          <p:cNvSpPr txBox="1"/>
          <p:nvPr/>
        </p:nvSpPr>
        <p:spPr>
          <a:xfrm>
            <a:off x="370113" y="5409694"/>
            <a:ext cx="9539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toe-doe say ee-noon-doe</a:t>
            </a:r>
          </a:p>
        </p:txBody>
      </p:sp>
    </p:spTree>
    <p:extLst>
      <p:ext uri="{BB962C8B-B14F-4D97-AF65-F5344CB8AC3E}">
        <p14:creationId xmlns:p14="http://schemas.microsoft.com/office/powerpoint/2010/main" val="267051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048F2-AFB3-845E-3645-B32E3B4C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4FBA51-7DCE-636F-3ADB-43E92490C494}"/>
              </a:ext>
            </a:extLst>
          </p:cNvPr>
          <p:cNvSpPr txBox="1"/>
          <p:nvPr/>
        </p:nvSpPr>
        <p:spPr>
          <a:xfrm>
            <a:off x="0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y la casa </a:t>
            </a:r>
            <a:r>
              <a:rPr lang="en-US" sz="9600" dirty="0" err="1"/>
              <a:t>en</a:t>
            </a:r>
            <a:r>
              <a:rPr lang="en-US" sz="9600" dirty="0"/>
              <a:t> la arena </a:t>
            </a:r>
            <a:r>
              <a:rPr lang="en-US" sz="9600" dirty="0" err="1"/>
              <a:t>cayó</a:t>
            </a:r>
            <a:endParaRPr lang="en-US" sz="9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8CC93-296A-E558-A8A6-5189EFA96B30}"/>
              </a:ext>
            </a:extLst>
          </p:cNvPr>
          <p:cNvSpPr txBox="1"/>
          <p:nvPr/>
        </p:nvSpPr>
        <p:spPr>
          <a:xfrm>
            <a:off x="0" y="1300263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Ee la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cah-sah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 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D649D-3EE0-0300-1356-D174E7D32949}"/>
              </a:ext>
            </a:extLst>
          </p:cNvPr>
          <p:cNvSpPr txBox="1"/>
          <p:nvPr/>
        </p:nvSpPr>
        <p:spPr>
          <a:xfrm>
            <a:off x="-1" y="5271809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ah-ray-nah kai-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yo</a:t>
            </a:r>
            <a:endParaRPr lang="en-US" sz="7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28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101</Words>
  <Application>Microsoft Office PowerPoint</Application>
  <PresentationFormat>Custom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4</cp:revision>
  <dcterms:created xsi:type="dcterms:W3CDTF">2026-09-20T13:48:57Z</dcterms:created>
  <dcterms:modified xsi:type="dcterms:W3CDTF">2026-09-20T15:38:29Z</dcterms:modified>
</cp:coreProperties>
</file>