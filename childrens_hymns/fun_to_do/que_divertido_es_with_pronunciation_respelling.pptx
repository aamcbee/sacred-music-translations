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1" r:id="rId2"/>
    <p:sldId id="294" r:id="rId3"/>
    <p:sldId id="295" r:id="rId4"/>
    <p:sldId id="315" r:id="rId5"/>
    <p:sldId id="316" r:id="rId6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124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128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80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74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78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27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85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50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9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3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68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66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0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60235B-A7C2-FAB5-E873-B7B2D6325ECA}"/>
              </a:ext>
            </a:extLst>
          </p:cNvPr>
          <p:cNvSpPr txBox="1"/>
          <p:nvPr/>
        </p:nvSpPr>
        <p:spPr>
          <a:xfrm>
            <a:off x="218995" y="2070318"/>
            <a:ext cx="9620409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 err="1"/>
              <a:t>Qué</a:t>
            </a:r>
            <a:r>
              <a:rPr lang="en-US" sz="11500" b="1" dirty="0"/>
              <a:t> </a:t>
            </a:r>
            <a:r>
              <a:rPr lang="en-US" sz="11500" b="1" dirty="0" err="1"/>
              <a:t>divertido</a:t>
            </a:r>
            <a:endParaRPr lang="en-US" sz="11500" b="1" dirty="0"/>
          </a:p>
          <a:p>
            <a:pPr algn="ctr"/>
            <a:r>
              <a:rPr lang="en-US" sz="11500" b="1" dirty="0"/>
              <a:t>es</a:t>
            </a:r>
          </a:p>
        </p:txBody>
      </p:sp>
    </p:spTree>
    <p:extLst>
      <p:ext uri="{BB962C8B-B14F-4D97-AF65-F5344CB8AC3E}">
        <p14:creationId xmlns:p14="http://schemas.microsoft.com/office/powerpoint/2010/main" val="977330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971B9-BE1F-5362-24CF-E2F3EEFC3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88FEB3-4CC2-8DAA-7627-A5E25286AFD4}"/>
              </a:ext>
            </a:extLst>
          </p:cNvPr>
          <p:cNvSpPr txBox="1"/>
          <p:nvPr/>
        </p:nvSpPr>
        <p:spPr>
          <a:xfrm>
            <a:off x="218995" y="2362706"/>
            <a:ext cx="96204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err="1"/>
              <a:t>Qué</a:t>
            </a:r>
            <a:r>
              <a:rPr lang="en-US" sz="9600" dirty="0"/>
              <a:t> </a:t>
            </a:r>
            <a:r>
              <a:rPr lang="en-US" sz="9600" dirty="0" err="1"/>
              <a:t>divertido</a:t>
            </a:r>
            <a:r>
              <a:rPr lang="en-US" sz="9600" dirty="0"/>
              <a:t> es </a:t>
            </a:r>
            <a:r>
              <a:rPr lang="en-US" sz="9600" dirty="0" err="1"/>
              <a:t>cantar</a:t>
            </a:r>
            <a:endParaRPr lang="en-US" sz="9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1A9051-7286-CE2E-18FE-F54F27C4AC9E}"/>
              </a:ext>
            </a:extLst>
          </p:cNvPr>
          <p:cNvSpPr txBox="1"/>
          <p:nvPr/>
        </p:nvSpPr>
        <p:spPr>
          <a:xfrm>
            <a:off x="-1" y="1039267"/>
            <a:ext cx="10058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Kay dee-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vair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-tee-doe 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C668BA-B669-C03A-AD92-C247E98C93B6}"/>
              </a:ext>
            </a:extLst>
          </p:cNvPr>
          <p:cNvSpPr txBox="1"/>
          <p:nvPr/>
        </p:nvSpPr>
        <p:spPr>
          <a:xfrm>
            <a:off x="1" y="5432880"/>
            <a:ext cx="10058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can-tar</a:t>
            </a:r>
          </a:p>
        </p:txBody>
      </p:sp>
    </p:spTree>
    <p:extLst>
      <p:ext uri="{BB962C8B-B14F-4D97-AF65-F5344CB8AC3E}">
        <p14:creationId xmlns:p14="http://schemas.microsoft.com/office/powerpoint/2010/main" val="10349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16230-C1C0-5E6A-F7FD-92A1E75D4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CCD215-E12A-4410-5C3E-07A400958E87}"/>
              </a:ext>
            </a:extLst>
          </p:cNvPr>
          <p:cNvSpPr txBox="1"/>
          <p:nvPr/>
        </p:nvSpPr>
        <p:spPr>
          <a:xfrm>
            <a:off x="1" y="2362706"/>
            <a:ext cx="100583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Es </a:t>
            </a:r>
            <a:r>
              <a:rPr lang="en-US" sz="9600" dirty="0" err="1"/>
              <a:t>cantar</a:t>
            </a:r>
            <a:r>
              <a:rPr lang="en-US" sz="9600" dirty="0"/>
              <a:t>, </a:t>
            </a:r>
            <a:r>
              <a:rPr lang="en-US" sz="9600" dirty="0" err="1"/>
              <a:t>cantar</a:t>
            </a:r>
            <a:r>
              <a:rPr lang="en-US" sz="9600" dirty="0"/>
              <a:t>, </a:t>
            </a:r>
            <a:r>
              <a:rPr lang="en-US" sz="9600" dirty="0" err="1"/>
              <a:t>cantar</a:t>
            </a:r>
            <a:endParaRPr lang="en-US" sz="9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69772-DF22-FB38-FF85-537CFD9ECD9D}"/>
              </a:ext>
            </a:extLst>
          </p:cNvPr>
          <p:cNvSpPr txBox="1"/>
          <p:nvPr/>
        </p:nvSpPr>
        <p:spPr>
          <a:xfrm>
            <a:off x="-1" y="1039267"/>
            <a:ext cx="10058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Ess can-tar, can-tar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E313E6-7A44-D8FB-5BF5-FE984A9FE4A3}"/>
              </a:ext>
            </a:extLst>
          </p:cNvPr>
          <p:cNvSpPr txBox="1"/>
          <p:nvPr/>
        </p:nvSpPr>
        <p:spPr>
          <a:xfrm>
            <a:off x="1" y="5432880"/>
            <a:ext cx="10058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can-tar</a:t>
            </a:r>
          </a:p>
        </p:txBody>
      </p:sp>
    </p:spTree>
    <p:extLst>
      <p:ext uri="{BB962C8B-B14F-4D97-AF65-F5344CB8AC3E}">
        <p14:creationId xmlns:p14="http://schemas.microsoft.com/office/powerpoint/2010/main" val="2465476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E10D9-F6E6-C59D-D1C2-E0832CA87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CEEA1D-AE02-7D42-6429-1CD761FE30FA}"/>
              </a:ext>
            </a:extLst>
          </p:cNvPr>
          <p:cNvSpPr txBox="1"/>
          <p:nvPr/>
        </p:nvSpPr>
        <p:spPr>
          <a:xfrm>
            <a:off x="218995" y="2362706"/>
            <a:ext cx="96204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err="1"/>
              <a:t>Qué</a:t>
            </a:r>
            <a:r>
              <a:rPr lang="en-US" sz="9600" dirty="0"/>
              <a:t> </a:t>
            </a:r>
            <a:r>
              <a:rPr lang="en-US" sz="9600" dirty="0" err="1"/>
              <a:t>divertido</a:t>
            </a:r>
            <a:r>
              <a:rPr lang="en-US" sz="9600" dirty="0"/>
              <a:t> es </a:t>
            </a:r>
            <a:r>
              <a:rPr lang="en-US" sz="9600" dirty="0" err="1"/>
              <a:t>cantar</a:t>
            </a:r>
            <a:endParaRPr lang="en-US" sz="9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F8E981-754C-7343-DB32-13287D6CA12D}"/>
              </a:ext>
            </a:extLst>
          </p:cNvPr>
          <p:cNvSpPr txBox="1"/>
          <p:nvPr/>
        </p:nvSpPr>
        <p:spPr>
          <a:xfrm>
            <a:off x="-1" y="1039267"/>
            <a:ext cx="10058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Kay dee-</a:t>
            </a:r>
            <a:r>
              <a:rPr lang="en-US" sz="7200" dirty="0" err="1">
                <a:solidFill>
                  <a:schemeClr val="accent6">
                    <a:lumMod val="75000"/>
                  </a:schemeClr>
                </a:solidFill>
              </a:rPr>
              <a:t>vair</a:t>
            </a:r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-tee-doe 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372487-F53B-6B41-4D86-C61F7F346B74}"/>
              </a:ext>
            </a:extLst>
          </p:cNvPr>
          <p:cNvSpPr txBox="1"/>
          <p:nvPr/>
        </p:nvSpPr>
        <p:spPr>
          <a:xfrm>
            <a:off x="1" y="5432880"/>
            <a:ext cx="10058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can-tar</a:t>
            </a:r>
          </a:p>
        </p:txBody>
      </p:sp>
    </p:spTree>
    <p:extLst>
      <p:ext uri="{BB962C8B-B14F-4D97-AF65-F5344CB8AC3E}">
        <p14:creationId xmlns:p14="http://schemas.microsoft.com/office/powerpoint/2010/main" val="3157033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8AE91-3D56-F245-DE15-33F4AA7D9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F3BB50-55E7-9733-B95B-89B6E0C86197}"/>
              </a:ext>
            </a:extLst>
          </p:cNvPr>
          <p:cNvSpPr txBox="1"/>
          <p:nvPr/>
        </p:nvSpPr>
        <p:spPr>
          <a:xfrm>
            <a:off x="1" y="2362706"/>
            <a:ext cx="100583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Cantar, </a:t>
            </a:r>
            <a:r>
              <a:rPr lang="en-US" sz="9600" dirty="0" err="1"/>
              <a:t>cantar</a:t>
            </a:r>
            <a:r>
              <a:rPr lang="en-US" sz="9600" dirty="0"/>
              <a:t>, </a:t>
            </a:r>
            <a:r>
              <a:rPr lang="en-US" sz="9600" dirty="0" err="1"/>
              <a:t>cantar</a:t>
            </a:r>
            <a:endParaRPr lang="en-US" sz="9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CEB4E3-B7E4-1FAA-3505-3C397B367025}"/>
              </a:ext>
            </a:extLst>
          </p:cNvPr>
          <p:cNvSpPr txBox="1"/>
          <p:nvPr/>
        </p:nvSpPr>
        <p:spPr>
          <a:xfrm>
            <a:off x="-1" y="1039267"/>
            <a:ext cx="10058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Can-tar, can-tar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ACD7E5-53CC-8CE9-0A13-9D2EB1DBE896}"/>
              </a:ext>
            </a:extLst>
          </p:cNvPr>
          <p:cNvSpPr txBox="1"/>
          <p:nvPr/>
        </p:nvSpPr>
        <p:spPr>
          <a:xfrm>
            <a:off x="1" y="5432880"/>
            <a:ext cx="10058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6">
                    <a:lumMod val="75000"/>
                  </a:schemeClr>
                </a:solidFill>
              </a:rPr>
              <a:t>can-tar</a:t>
            </a:r>
          </a:p>
        </p:txBody>
      </p:sp>
    </p:spTree>
    <p:extLst>
      <p:ext uri="{BB962C8B-B14F-4D97-AF65-F5344CB8AC3E}">
        <p14:creationId xmlns:p14="http://schemas.microsoft.com/office/powerpoint/2010/main" val="1518915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</TotalTime>
  <Words>39</Words>
  <Application>Microsoft Office PowerPoint</Application>
  <PresentationFormat>Custom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amelia.mcbee@gmail.com</dc:creator>
  <cp:lastModifiedBy>amelia.mcbee@gmail.com</cp:lastModifiedBy>
  <cp:revision>8</cp:revision>
  <dcterms:created xsi:type="dcterms:W3CDTF">2026-09-20T13:48:57Z</dcterms:created>
  <dcterms:modified xsi:type="dcterms:W3CDTF">2026-09-20T15:42:44Z</dcterms:modified>
</cp:coreProperties>
</file>