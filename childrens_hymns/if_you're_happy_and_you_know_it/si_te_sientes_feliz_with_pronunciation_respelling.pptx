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1" r:id="rId2"/>
    <p:sldId id="320" r:id="rId3"/>
    <p:sldId id="295" r:id="rId4"/>
    <p:sldId id="256" r:id="rId5"/>
    <p:sldId id="321" r:id="rId6"/>
    <p:sldId id="311" r:id="rId7"/>
    <p:sldId id="322" r:id="rId8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124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2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8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7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8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5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9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3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6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6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60235B-A7C2-FAB5-E873-B7B2D6325ECA}"/>
              </a:ext>
            </a:extLst>
          </p:cNvPr>
          <p:cNvSpPr txBox="1"/>
          <p:nvPr/>
        </p:nvSpPr>
        <p:spPr>
          <a:xfrm>
            <a:off x="218995" y="2070318"/>
            <a:ext cx="962040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/>
              <a:t>Si </a:t>
            </a:r>
            <a:r>
              <a:rPr lang="en-US" sz="11500" b="1" dirty="0" err="1"/>
              <a:t>te</a:t>
            </a:r>
            <a:r>
              <a:rPr lang="en-US" sz="11500" b="1" dirty="0"/>
              <a:t> </a:t>
            </a:r>
            <a:r>
              <a:rPr lang="en-US" sz="11500" b="1" dirty="0" err="1"/>
              <a:t>sientes</a:t>
            </a:r>
            <a:r>
              <a:rPr lang="en-US" sz="11500" b="1" dirty="0"/>
              <a:t> </a:t>
            </a:r>
            <a:r>
              <a:rPr lang="en-US" sz="11500" b="1" dirty="0" err="1"/>
              <a:t>feliz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977330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AA647-C399-3D35-F04F-6C47F43DE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BE6F00-9B74-90A7-9BBB-9D961F1EC5CE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Si </a:t>
            </a:r>
            <a:r>
              <a:rPr lang="en-US" sz="9600" dirty="0" err="1"/>
              <a:t>te</a:t>
            </a:r>
            <a:r>
              <a:rPr lang="en-US" sz="9600" dirty="0"/>
              <a:t> </a:t>
            </a:r>
            <a:r>
              <a:rPr lang="en-US" sz="9600" dirty="0" err="1"/>
              <a:t>sientes</a:t>
            </a:r>
            <a:r>
              <a:rPr lang="en-US" sz="9600" dirty="0"/>
              <a:t> hoy </a:t>
            </a:r>
            <a:r>
              <a:rPr lang="en-US" sz="9600" dirty="0" err="1"/>
              <a:t>feliz</a:t>
            </a:r>
            <a:r>
              <a:rPr lang="en-US" sz="9600" dirty="0"/>
              <a:t>, </a:t>
            </a:r>
            <a:r>
              <a:rPr lang="en-US" sz="9600" dirty="0" err="1"/>
              <a:t>aplaude</a:t>
            </a:r>
            <a:r>
              <a:rPr lang="en-US" sz="9600" dirty="0"/>
              <a:t> </a:t>
            </a:r>
            <a:r>
              <a:rPr lang="en-US" sz="9600" dirty="0" err="1"/>
              <a:t>así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23445-7A14-6C3B-D56C-EB13BC88882A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See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tay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see-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ent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ays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oy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2D2C96-1850-19A4-6EF4-F8E2F19C62E5}"/>
              </a:ext>
            </a:extLst>
          </p:cNvPr>
          <p:cNvSpPr txBox="1"/>
          <p:nvPr/>
        </p:nvSpPr>
        <p:spPr>
          <a:xfrm>
            <a:off x="-2" y="5409694"/>
            <a:ext cx="10058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Fell-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eez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 ah-plow-day ah-see</a:t>
            </a:r>
          </a:p>
        </p:txBody>
      </p:sp>
    </p:spTree>
    <p:extLst>
      <p:ext uri="{BB962C8B-B14F-4D97-AF65-F5344CB8AC3E}">
        <p14:creationId xmlns:p14="http://schemas.microsoft.com/office/powerpoint/2010/main" val="2368233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6230-C1C0-5E6A-F7FD-92A1E75D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CD215-E12A-4410-5C3E-07A400958E87}"/>
              </a:ext>
            </a:extLst>
          </p:cNvPr>
          <p:cNvSpPr txBox="1"/>
          <p:nvPr/>
        </p:nvSpPr>
        <p:spPr>
          <a:xfrm>
            <a:off x="0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Si </a:t>
            </a:r>
            <a:r>
              <a:rPr lang="en-US" sz="9600" dirty="0" err="1"/>
              <a:t>te</a:t>
            </a:r>
            <a:r>
              <a:rPr lang="en-US" sz="9600" dirty="0"/>
              <a:t> </a:t>
            </a:r>
            <a:r>
              <a:rPr lang="en-US" sz="9600" dirty="0" err="1"/>
              <a:t>sientes</a:t>
            </a:r>
            <a:r>
              <a:rPr lang="en-US" sz="9600" dirty="0"/>
              <a:t> tan </a:t>
            </a:r>
            <a:r>
              <a:rPr lang="en-US" sz="9600" dirty="0" err="1"/>
              <a:t>contento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058B2-B36D-12A2-D963-30BDF9281ECF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See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tay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see-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ent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ays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tan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14480-6F59-77C7-9BDF-8DA48A817DC4}"/>
              </a:ext>
            </a:extLst>
          </p:cNvPr>
          <p:cNvSpPr txBox="1"/>
          <p:nvPr/>
        </p:nvSpPr>
        <p:spPr>
          <a:xfrm>
            <a:off x="-55069" y="5310309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con-tent-toe</a:t>
            </a:r>
          </a:p>
        </p:txBody>
      </p:sp>
    </p:spTree>
    <p:extLst>
      <p:ext uri="{BB962C8B-B14F-4D97-AF65-F5344CB8AC3E}">
        <p14:creationId xmlns:p14="http://schemas.microsoft.com/office/powerpoint/2010/main" val="246547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903E09-C892-168D-C752-327DC9D4D720}"/>
              </a:ext>
            </a:extLst>
          </p:cNvPr>
          <p:cNvSpPr txBox="1"/>
          <p:nvPr/>
        </p:nvSpPr>
        <p:spPr>
          <a:xfrm>
            <a:off x="0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Muestrálo</a:t>
            </a:r>
            <a:r>
              <a:rPr lang="en-US" sz="9600" dirty="0"/>
              <a:t> </a:t>
            </a:r>
            <a:r>
              <a:rPr lang="en-US" sz="9600" dirty="0" err="1"/>
              <a:t>en</a:t>
            </a:r>
            <a:r>
              <a:rPr lang="en-US" sz="9600" dirty="0"/>
              <a:t> el </a:t>
            </a:r>
            <a:r>
              <a:rPr lang="en-US" sz="9600" dirty="0" err="1"/>
              <a:t>momento</a:t>
            </a:r>
            <a:endParaRPr lang="en-US" sz="9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4ED637-8DB7-0BC4-4344-AF675B4B5987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Moo-eh-straw-low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0EF482-FE8C-F2FF-9D80-15FAD90627E1}"/>
              </a:ext>
            </a:extLst>
          </p:cNvPr>
          <p:cNvSpPr txBox="1"/>
          <p:nvPr/>
        </p:nvSpPr>
        <p:spPr>
          <a:xfrm>
            <a:off x="1" y="5256521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mo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-men-toe</a:t>
            </a:r>
          </a:p>
        </p:txBody>
      </p:sp>
    </p:spTree>
    <p:extLst>
      <p:ext uri="{BB962C8B-B14F-4D97-AF65-F5344CB8AC3E}">
        <p14:creationId xmlns:p14="http://schemas.microsoft.com/office/powerpoint/2010/main" val="120007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D103C-5FB4-3B93-07A5-5F1B87FE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E18D37-9361-FA82-5AB2-223D27350FAD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Si </a:t>
            </a:r>
            <a:r>
              <a:rPr lang="en-US" sz="9600" dirty="0" err="1"/>
              <a:t>te</a:t>
            </a:r>
            <a:r>
              <a:rPr lang="en-US" sz="9600" dirty="0"/>
              <a:t> </a:t>
            </a:r>
            <a:r>
              <a:rPr lang="en-US" sz="9600" dirty="0" err="1"/>
              <a:t>sientes</a:t>
            </a:r>
            <a:r>
              <a:rPr lang="en-US" sz="9600" dirty="0"/>
              <a:t> hoy </a:t>
            </a:r>
            <a:r>
              <a:rPr lang="en-US" sz="9600" dirty="0" err="1"/>
              <a:t>feliz</a:t>
            </a:r>
            <a:r>
              <a:rPr lang="en-US" sz="9600" dirty="0"/>
              <a:t>, </a:t>
            </a:r>
            <a:r>
              <a:rPr lang="en-US" sz="9600" dirty="0" err="1"/>
              <a:t>aplaude</a:t>
            </a:r>
            <a:r>
              <a:rPr lang="en-US" sz="9600" dirty="0"/>
              <a:t> </a:t>
            </a:r>
            <a:r>
              <a:rPr lang="en-US" sz="9600" dirty="0" err="1"/>
              <a:t>así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8B677-6D5A-02C4-8CCA-E85CC5DCCA8E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See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tay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see-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ent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ays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oy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FA7AD4-26D6-BCDA-932B-4A34007F0D05}"/>
              </a:ext>
            </a:extLst>
          </p:cNvPr>
          <p:cNvSpPr txBox="1"/>
          <p:nvPr/>
        </p:nvSpPr>
        <p:spPr>
          <a:xfrm>
            <a:off x="-2" y="5409694"/>
            <a:ext cx="10058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Fell-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eez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 ah-plow-day ah-see</a:t>
            </a:r>
          </a:p>
        </p:txBody>
      </p:sp>
    </p:spTree>
    <p:extLst>
      <p:ext uri="{BB962C8B-B14F-4D97-AF65-F5344CB8AC3E}">
        <p14:creationId xmlns:p14="http://schemas.microsoft.com/office/powerpoint/2010/main" val="89011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7D9A-6D0B-1931-2EE4-4294D883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BFED1D-F2BD-4A92-08AC-16382D6E5CAC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Si </a:t>
            </a:r>
            <a:r>
              <a:rPr lang="en-US" sz="9600" dirty="0" err="1"/>
              <a:t>te</a:t>
            </a:r>
            <a:r>
              <a:rPr lang="en-US" sz="9600" dirty="0"/>
              <a:t> </a:t>
            </a:r>
            <a:r>
              <a:rPr lang="en-US" sz="9600" dirty="0" err="1"/>
              <a:t>sientes</a:t>
            </a:r>
            <a:r>
              <a:rPr lang="en-US" sz="9600" dirty="0"/>
              <a:t> hoy </a:t>
            </a:r>
            <a:r>
              <a:rPr lang="en-US" sz="9600" dirty="0" err="1"/>
              <a:t>feliz</a:t>
            </a:r>
            <a:r>
              <a:rPr lang="en-US" sz="9600" dirty="0"/>
              <a:t>, </a:t>
            </a:r>
            <a:r>
              <a:rPr lang="en-US" sz="9600" dirty="0" err="1"/>
              <a:t>golpea</a:t>
            </a:r>
            <a:r>
              <a:rPr lang="en-US" sz="9600" dirty="0"/>
              <a:t> </a:t>
            </a:r>
            <a:r>
              <a:rPr lang="en-US" sz="9600" dirty="0" err="1"/>
              <a:t>así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DAE11-352C-01B6-AB17-5F80681BBD82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See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tay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see-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ent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ays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oy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46D68-D1FE-FAA8-2106-B44C2C9C7704}"/>
              </a:ext>
            </a:extLst>
          </p:cNvPr>
          <p:cNvSpPr txBox="1"/>
          <p:nvPr/>
        </p:nvSpPr>
        <p:spPr>
          <a:xfrm>
            <a:off x="-2" y="5409694"/>
            <a:ext cx="10058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Fell-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eez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 goal-pay-ah ah-see</a:t>
            </a:r>
          </a:p>
        </p:txBody>
      </p:sp>
    </p:spTree>
    <p:extLst>
      <p:ext uri="{BB962C8B-B14F-4D97-AF65-F5344CB8AC3E}">
        <p14:creationId xmlns:p14="http://schemas.microsoft.com/office/powerpoint/2010/main" val="2263782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A764-18F3-B098-25F2-866646EFE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1A1C62-FA00-E49B-7CB6-3E6A5FC9E5AB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Si </a:t>
            </a:r>
            <a:r>
              <a:rPr lang="en-US" sz="9600" dirty="0" err="1"/>
              <a:t>te</a:t>
            </a:r>
            <a:r>
              <a:rPr lang="en-US" sz="9600" dirty="0"/>
              <a:t> </a:t>
            </a:r>
            <a:r>
              <a:rPr lang="en-US" sz="9600" dirty="0" err="1"/>
              <a:t>sientes</a:t>
            </a:r>
            <a:r>
              <a:rPr lang="en-US" sz="9600" dirty="0"/>
              <a:t> hoy </a:t>
            </a:r>
            <a:r>
              <a:rPr lang="en-US" sz="9600" dirty="0" err="1"/>
              <a:t>feliz</a:t>
            </a:r>
            <a:r>
              <a:rPr lang="en-US" sz="9600" dirty="0"/>
              <a:t>, di </a:t>
            </a:r>
            <a:r>
              <a:rPr lang="en-US" sz="9600" dirty="0" err="1"/>
              <a:t>hurra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401D1-F267-A38C-0A9E-F7B5C3D67859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See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tay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see-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ent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ays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oy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D08FC-6EF5-FFFE-E831-F8A886A32333}"/>
              </a:ext>
            </a:extLst>
          </p:cNvPr>
          <p:cNvSpPr txBox="1"/>
          <p:nvPr/>
        </p:nvSpPr>
        <p:spPr>
          <a:xfrm>
            <a:off x="-2" y="5409694"/>
            <a:ext cx="10058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Fell-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eez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 dee </a:t>
            </a:r>
            <a:r>
              <a:rPr lang="en-US" sz="6600" dirty="0" err="1">
                <a:solidFill>
                  <a:schemeClr val="accent6">
                    <a:lumMod val="75000"/>
                  </a:schemeClr>
                </a:solidFill>
              </a:rPr>
              <a:t>urr</a:t>
            </a:r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-ah</a:t>
            </a:r>
          </a:p>
        </p:txBody>
      </p:sp>
    </p:spTree>
    <p:extLst>
      <p:ext uri="{BB962C8B-B14F-4D97-AF65-F5344CB8AC3E}">
        <p14:creationId xmlns:p14="http://schemas.microsoft.com/office/powerpoint/2010/main" val="3788285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84</TotalTime>
  <Words>82</Words>
  <Application>Microsoft Office PowerPoint</Application>
  <PresentationFormat>Custom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amelia.mcbee@gmail.com</dc:creator>
  <cp:lastModifiedBy>amelia.mcbee@gmail.com</cp:lastModifiedBy>
  <cp:revision>16</cp:revision>
  <dcterms:created xsi:type="dcterms:W3CDTF">2026-09-20T13:48:57Z</dcterms:created>
  <dcterms:modified xsi:type="dcterms:W3CDTF">2026-09-20T15:27:09Z</dcterms:modified>
</cp:coreProperties>
</file>