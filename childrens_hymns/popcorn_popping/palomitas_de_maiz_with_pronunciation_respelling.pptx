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1" r:id="rId2"/>
    <p:sldId id="294" r:id="rId3"/>
    <p:sldId id="295" r:id="rId4"/>
    <p:sldId id="302" r:id="rId5"/>
    <p:sldId id="303" r:id="rId6"/>
    <p:sldId id="304" r:id="rId7"/>
    <p:sldId id="305" r:id="rId8"/>
    <p:sldId id="306" r:id="rId9"/>
    <p:sldId id="307" r:id="rId10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7" autoAdjust="0"/>
    <p:restoredTop sz="94660"/>
  </p:normalViewPr>
  <p:slideViewPr>
    <p:cSldViewPr snapToGrid="0">
      <p:cViewPr varScale="1">
        <p:scale>
          <a:sx n="62" d="100"/>
          <a:sy n="62" d="100"/>
        </p:scale>
        <p:origin x="117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2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7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8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9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6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0235B-A7C2-FAB5-E873-B7B2D6325ECA}"/>
              </a:ext>
            </a:extLst>
          </p:cNvPr>
          <p:cNvSpPr txBox="1"/>
          <p:nvPr/>
        </p:nvSpPr>
        <p:spPr>
          <a:xfrm>
            <a:off x="218995" y="2070318"/>
            <a:ext cx="962040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 err="1"/>
              <a:t>Palomitas</a:t>
            </a:r>
            <a:r>
              <a:rPr lang="en-US" sz="11500" b="1" dirty="0"/>
              <a:t> de </a:t>
            </a:r>
            <a:r>
              <a:rPr lang="en-US" sz="11500" b="1" dirty="0" err="1"/>
              <a:t>maíz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97733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71B9-BE1F-5362-24CF-E2F3EEFC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8FEB3-4CC2-8DAA-7627-A5E25286AFD4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Miré</a:t>
            </a:r>
            <a:r>
              <a:rPr lang="en-US" sz="9600" dirty="0"/>
              <a:t> </a:t>
            </a:r>
            <a:r>
              <a:rPr lang="en-US" sz="9600" dirty="0" err="1"/>
              <a:t>hacia</a:t>
            </a:r>
            <a:r>
              <a:rPr lang="en-US" sz="9600" dirty="0"/>
              <a:t> </a:t>
            </a:r>
            <a:r>
              <a:rPr lang="en-US" sz="9600" dirty="0" err="1"/>
              <a:t>afuera</a:t>
            </a:r>
            <a:r>
              <a:rPr lang="en-US" sz="9600" dirty="0"/>
              <a:t>, y ¿</a:t>
            </a:r>
            <a:r>
              <a:rPr lang="en-US" sz="9600" dirty="0" err="1"/>
              <a:t>qué</a:t>
            </a:r>
            <a:r>
              <a:rPr lang="en-US" sz="9600" dirty="0"/>
              <a:t> </a:t>
            </a:r>
            <a:r>
              <a:rPr lang="en-US" sz="9600" dirty="0" err="1"/>
              <a:t>pude</a:t>
            </a:r>
            <a:r>
              <a:rPr lang="en-US" sz="9600" dirty="0"/>
              <a:t> </a:t>
            </a:r>
            <a:r>
              <a:rPr lang="en-US" sz="9600" dirty="0" err="1"/>
              <a:t>ver</a:t>
            </a:r>
            <a:r>
              <a:rPr lang="en-US" sz="9600" dirty="0"/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EF1C2-382B-4D0C-0CFE-63B98D2456D4}"/>
              </a:ext>
            </a:extLst>
          </p:cNvPr>
          <p:cNvSpPr txBox="1"/>
          <p:nvPr/>
        </p:nvSpPr>
        <p:spPr>
          <a:xfrm>
            <a:off x="-1" y="1254710"/>
            <a:ext cx="10058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Me-ray ah-see-ah ah-foo-era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10340-10D7-7346-FFAF-83187B90ACB0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ee kay 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pooday</a:t>
            </a:r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vair</a:t>
            </a:r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49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6230-C1C0-5E6A-F7FD-92A1E75D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CD215-E12A-4410-5C3E-07A400958E87}"/>
              </a:ext>
            </a:extLst>
          </p:cNvPr>
          <p:cNvSpPr txBox="1"/>
          <p:nvPr/>
        </p:nvSpPr>
        <p:spPr>
          <a:xfrm>
            <a:off x="1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Palomitas</a:t>
            </a:r>
            <a:r>
              <a:rPr lang="en-US" sz="9600" dirty="0"/>
              <a:t> de </a:t>
            </a:r>
            <a:r>
              <a:rPr lang="en-US" sz="9600" dirty="0" err="1"/>
              <a:t>maíz</a:t>
            </a:r>
            <a:r>
              <a:rPr lang="en-US" sz="9600" dirty="0"/>
              <a:t> </a:t>
            </a:r>
            <a:r>
              <a:rPr lang="en-US" sz="9600" dirty="0" err="1"/>
              <a:t>florecer</a:t>
            </a:r>
            <a:endParaRPr lang="en-US" sz="9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E9E9C-B63D-7E13-BEC8-9F0F1A30F0D8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floor-ay-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sair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1BAAC2-B1DF-1630-9BB5-26488FC08C56}"/>
              </a:ext>
            </a:extLst>
          </p:cNvPr>
          <p:cNvSpPr txBox="1"/>
          <p:nvPr/>
        </p:nvSpPr>
        <p:spPr>
          <a:xfrm>
            <a:off x="1" y="1323401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Pa-lo-me-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tahs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deh ma-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eez</a:t>
            </a:r>
            <a:endParaRPr lang="en-US" sz="7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47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2BBC-6655-A175-E2F0-8447B607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B731AE-3ABE-24CA-AE90-AE18E0F66C08}"/>
              </a:ext>
            </a:extLst>
          </p:cNvPr>
          <p:cNvSpPr txBox="1"/>
          <p:nvPr/>
        </p:nvSpPr>
        <p:spPr>
          <a:xfrm>
            <a:off x="1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¡</a:t>
            </a:r>
            <a:r>
              <a:rPr lang="en-US" sz="9600" dirty="0" err="1"/>
              <a:t>Qué</a:t>
            </a:r>
            <a:r>
              <a:rPr lang="en-US" sz="9600" dirty="0"/>
              <a:t> </a:t>
            </a:r>
            <a:r>
              <a:rPr lang="en-US" sz="9600" dirty="0" err="1"/>
              <a:t>sorpresa</a:t>
            </a:r>
            <a:r>
              <a:rPr lang="en-US" sz="9600" dirty="0"/>
              <a:t> </a:t>
            </a:r>
            <a:r>
              <a:rPr lang="en-US" sz="9600" dirty="0" err="1"/>
              <a:t>linda</a:t>
            </a:r>
            <a:r>
              <a:rPr lang="en-US" sz="9600" dirty="0"/>
              <a:t> </a:t>
            </a:r>
            <a:r>
              <a:rPr lang="en-US" sz="9600" dirty="0" err="1"/>
              <a:t>recibí</a:t>
            </a:r>
            <a:r>
              <a:rPr lang="en-US" sz="9600" dirty="0"/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816FA-AE0D-AD1E-316B-91635BF0B758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reh-see-bee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C6F7E-8F1F-FD4A-84A6-3E3845FE2A40}"/>
              </a:ext>
            </a:extLst>
          </p:cNvPr>
          <p:cNvSpPr txBox="1"/>
          <p:nvPr/>
        </p:nvSpPr>
        <p:spPr>
          <a:xfrm>
            <a:off x="1" y="1323401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Kay sore-pray-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sah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lean-da</a:t>
            </a:r>
          </a:p>
        </p:txBody>
      </p:sp>
    </p:spTree>
    <p:extLst>
      <p:ext uri="{BB962C8B-B14F-4D97-AF65-F5344CB8AC3E}">
        <p14:creationId xmlns:p14="http://schemas.microsoft.com/office/powerpoint/2010/main" val="4054426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D06D-5BA6-34F5-1071-AFBD4118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79EDB-A19F-6635-711F-6F3687B4C145}"/>
              </a:ext>
            </a:extLst>
          </p:cNvPr>
          <p:cNvSpPr txBox="1"/>
          <p:nvPr/>
        </p:nvSpPr>
        <p:spPr>
          <a:xfrm>
            <a:off x="1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Palomitas</a:t>
            </a:r>
            <a:r>
              <a:rPr lang="en-US" sz="9600" dirty="0"/>
              <a:t> </a:t>
            </a:r>
            <a:r>
              <a:rPr lang="en-US" sz="9600" dirty="0" err="1"/>
              <a:t>en</a:t>
            </a:r>
            <a:r>
              <a:rPr lang="en-US" sz="9600" dirty="0"/>
              <a:t> el árbol, </a:t>
            </a:r>
            <a:r>
              <a:rPr lang="en-US" sz="9600" dirty="0" err="1"/>
              <a:t>sí</a:t>
            </a:r>
            <a:r>
              <a:rPr lang="en-US" sz="9600" dirty="0"/>
              <a:t>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1AEF0-04B7-17BD-890B-3A5AA27769BA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are-bowl, see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1B062-DA89-7CFF-3C29-161397DFA5B1}"/>
              </a:ext>
            </a:extLst>
          </p:cNvPr>
          <p:cNvSpPr txBox="1"/>
          <p:nvPr/>
        </p:nvSpPr>
        <p:spPr>
          <a:xfrm>
            <a:off x="1" y="1323401"/>
            <a:ext cx="100583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Pa-lo-me-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</a:rPr>
              <a:t>tahs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 ell</a:t>
            </a:r>
          </a:p>
        </p:txBody>
      </p:sp>
    </p:spTree>
    <p:extLst>
      <p:ext uri="{BB962C8B-B14F-4D97-AF65-F5344CB8AC3E}">
        <p14:creationId xmlns:p14="http://schemas.microsoft.com/office/powerpoint/2010/main" val="331240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3BA7E-8858-6C1A-1BAE-89BD4EF4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13DD5A-E7CC-E364-E873-13BEFDB5DB67}"/>
              </a:ext>
            </a:extLst>
          </p:cNvPr>
          <p:cNvSpPr txBox="1"/>
          <p:nvPr/>
        </p:nvSpPr>
        <p:spPr>
          <a:xfrm>
            <a:off x="1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Con </a:t>
            </a:r>
            <a:r>
              <a:rPr lang="en-US" sz="9600" dirty="0" err="1"/>
              <a:t>ellas</a:t>
            </a:r>
            <a:r>
              <a:rPr lang="en-US" sz="9600" dirty="0"/>
              <a:t> un </a:t>
            </a:r>
            <a:r>
              <a:rPr lang="en-US" sz="9600" dirty="0" err="1"/>
              <a:t>ramo</a:t>
            </a:r>
            <a:r>
              <a:rPr lang="en-US" sz="9600" dirty="0"/>
              <a:t> </a:t>
            </a:r>
            <a:r>
              <a:rPr lang="en-US" sz="9600" dirty="0" err="1"/>
              <a:t>pensé</a:t>
            </a:r>
            <a:r>
              <a:rPr lang="en-US" sz="9600" dirty="0"/>
              <a:t> </a:t>
            </a:r>
            <a:r>
              <a:rPr lang="en-US" sz="9600" dirty="0" err="1"/>
              <a:t>hacer</a:t>
            </a:r>
            <a:endParaRPr lang="en-US" sz="9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0361F-7F05-CA39-7524-280196A91615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pen-say ah-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sair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D115D-C277-E4C4-3C8F-C23CF4888968}"/>
              </a:ext>
            </a:extLst>
          </p:cNvPr>
          <p:cNvSpPr txBox="1"/>
          <p:nvPr/>
        </p:nvSpPr>
        <p:spPr>
          <a:xfrm>
            <a:off x="1" y="1323401"/>
            <a:ext cx="100583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Con a-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</a:rPr>
              <a:t>yas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</a:rPr>
              <a:t>oon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 rah-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</a:rPr>
              <a:t>mo</a:t>
            </a:r>
            <a:endParaRPr lang="en-US" sz="8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3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EBE4-2B5F-CC34-5867-AE54A793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3D9B0A-A59C-D628-B71D-474BB15ADED4}"/>
              </a:ext>
            </a:extLst>
          </p:cNvPr>
          <p:cNvSpPr txBox="1"/>
          <p:nvPr/>
        </p:nvSpPr>
        <p:spPr>
          <a:xfrm>
            <a:off x="1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y </a:t>
            </a:r>
            <a:r>
              <a:rPr lang="en-US" sz="9600" dirty="0" err="1"/>
              <a:t>palomitas</a:t>
            </a:r>
            <a:r>
              <a:rPr lang="en-US" sz="9600" dirty="0"/>
              <a:t> a </a:t>
            </a:r>
            <a:r>
              <a:rPr lang="en-US" sz="9600" dirty="0" err="1"/>
              <a:t>ti</a:t>
            </a:r>
            <a:r>
              <a:rPr lang="en-US" sz="9600" dirty="0"/>
              <a:t> </a:t>
            </a:r>
            <a:r>
              <a:rPr lang="en-US" sz="9600" dirty="0" err="1"/>
              <a:t>ofrecer</a:t>
            </a:r>
            <a:endParaRPr lang="en-US" sz="9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F14A5-EA26-AE7C-5C6A-DFFB38040BD5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oh-fray-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sair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378348-A72B-BBEE-4900-B0AE01601931}"/>
              </a:ext>
            </a:extLst>
          </p:cNvPr>
          <p:cNvSpPr txBox="1"/>
          <p:nvPr/>
        </p:nvSpPr>
        <p:spPr>
          <a:xfrm>
            <a:off x="1" y="1323401"/>
            <a:ext cx="100583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Ee pa-lo-me-</a:t>
            </a:r>
            <a:r>
              <a:rPr lang="en-US" sz="8000" dirty="0" err="1">
                <a:solidFill>
                  <a:schemeClr val="accent6">
                    <a:lumMod val="75000"/>
                  </a:schemeClr>
                </a:solidFill>
              </a:rPr>
              <a:t>tahs</a:t>
            </a: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 ah tee</a:t>
            </a:r>
          </a:p>
        </p:txBody>
      </p:sp>
    </p:spTree>
    <p:extLst>
      <p:ext uri="{BB962C8B-B14F-4D97-AF65-F5344CB8AC3E}">
        <p14:creationId xmlns:p14="http://schemas.microsoft.com/office/powerpoint/2010/main" val="179237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5A66-4F88-27B6-233C-ED8BA6BF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0D914-AA69-4A19-1A3D-961830D7CDE3}"/>
              </a:ext>
            </a:extLst>
          </p:cNvPr>
          <p:cNvSpPr txBox="1"/>
          <p:nvPr/>
        </p:nvSpPr>
        <p:spPr>
          <a:xfrm>
            <a:off x="1" y="2646840"/>
            <a:ext cx="100583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Mas </a:t>
            </a:r>
            <a:r>
              <a:rPr lang="en-US" sz="8800" dirty="0" err="1"/>
              <a:t>yo</a:t>
            </a:r>
            <a:r>
              <a:rPr lang="en-US" sz="8800" dirty="0"/>
              <a:t> me </a:t>
            </a:r>
            <a:r>
              <a:rPr lang="en-US" sz="8800" dirty="0" err="1"/>
              <a:t>confundí</a:t>
            </a:r>
            <a:r>
              <a:rPr lang="en-US" sz="8800" dirty="0"/>
              <a:t>, y las </a:t>
            </a:r>
            <a:r>
              <a:rPr lang="en-US" sz="8800" dirty="0" err="1"/>
              <a:t>creí</a:t>
            </a:r>
            <a:r>
              <a:rPr lang="en-US" sz="8800" dirty="0"/>
              <a:t> </a:t>
            </a:r>
            <a:r>
              <a:rPr lang="en-US" sz="8800" dirty="0" err="1"/>
              <a:t>ver</a:t>
            </a:r>
            <a:endParaRPr lang="en-US" sz="8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5A7FC-87CA-0227-6A72-762261A0FD40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ee loss cray-ee 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vair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89512-369A-45B0-7D38-4F9D39034A20}"/>
              </a:ext>
            </a:extLst>
          </p:cNvPr>
          <p:cNvSpPr txBox="1"/>
          <p:nvPr/>
        </p:nvSpPr>
        <p:spPr>
          <a:xfrm>
            <a:off x="1" y="1323401"/>
            <a:ext cx="10058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Mahs 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yo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 may con-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foon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-dee</a:t>
            </a:r>
          </a:p>
        </p:txBody>
      </p:sp>
    </p:spTree>
    <p:extLst>
      <p:ext uri="{BB962C8B-B14F-4D97-AF65-F5344CB8AC3E}">
        <p14:creationId xmlns:p14="http://schemas.microsoft.com/office/powerpoint/2010/main" val="174551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1701-7F1C-837F-4A18-51083C16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0FD31-26A6-EC5A-3304-9C201B63F5D7}"/>
              </a:ext>
            </a:extLst>
          </p:cNvPr>
          <p:cNvSpPr txBox="1"/>
          <p:nvPr/>
        </p:nvSpPr>
        <p:spPr>
          <a:xfrm>
            <a:off x="1" y="2646840"/>
            <a:ext cx="100583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Vi </a:t>
            </a:r>
            <a:r>
              <a:rPr lang="en-US" sz="8800" dirty="0" err="1"/>
              <a:t>rosetas</a:t>
            </a:r>
            <a:r>
              <a:rPr lang="en-US" sz="8800" dirty="0"/>
              <a:t> </a:t>
            </a:r>
            <a:r>
              <a:rPr lang="en-US" sz="8800" dirty="0" err="1"/>
              <a:t>en</a:t>
            </a:r>
            <a:r>
              <a:rPr lang="en-US" sz="8800" dirty="0"/>
              <a:t> el árbol </a:t>
            </a:r>
            <a:r>
              <a:rPr lang="en-US" sz="8800" dirty="0" err="1"/>
              <a:t>crecer</a:t>
            </a:r>
            <a:endParaRPr lang="en-US" sz="8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2ED9B-0236-E182-7F7C-77D0B32E3563}"/>
              </a:ext>
            </a:extLst>
          </p:cNvPr>
          <p:cNvSpPr txBox="1"/>
          <p:nvPr/>
        </p:nvSpPr>
        <p:spPr>
          <a:xfrm>
            <a:off x="0" y="5248670"/>
            <a:ext cx="10058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cray-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sair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D1EF3-DD06-E57F-1DD9-017C9680D77F}"/>
              </a:ext>
            </a:extLst>
          </p:cNvPr>
          <p:cNvSpPr txBox="1"/>
          <p:nvPr/>
        </p:nvSpPr>
        <p:spPr>
          <a:xfrm>
            <a:off x="1" y="1631177"/>
            <a:ext cx="10058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Vee 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ro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-set-as 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 ell are-bowl</a:t>
            </a:r>
          </a:p>
        </p:txBody>
      </p:sp>
    </p:spTree>
    <p:extLst>
      <p:ext uri="{BB962C8B-B14F-4D97-AF65-F5344CB8AC3E}">
        <p14:creationId xmlns:p14="http://schemas.microsoft.com/office/powerpoint/2010/main" val="530561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</TotalTime>
  <Words>102</Words>
  <Application>Microsoft Office PowerPoint</Application>
  <PresentationFormat>Custom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amelia.mcbee@gmail.com</dc:creator>
  <cp:lastModifiedBy>amelia.mcbee@gmail.com</cp:lastModifiedBy>
  <cp:revision>14</cp:revision>
  <dcterms:created xsi:type="dcterms:W3CDTF">2026-09-20T13:48:57Z</dcterms:created>
  <dcterms:modified xsi:type="dcterms:W3CDTF">2026-09-20T15:54:47Z</dcterms:modified>
</cp:coreProperties>
</file>